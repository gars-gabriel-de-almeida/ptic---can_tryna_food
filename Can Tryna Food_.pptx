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embeddedFontLst>
    <p:embeddedFont>
      <p:font typeface="Inter"/>
      <p:regular r:id="rId7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Relationship Id="rId74" Type="http://schemas.openxmlformats.org/officeDocument/2006/relationships/font" Target="fonts/rId7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Hover do entrar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Hover do entrar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cadastrar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agendar pedidos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agendar Atualizar perfil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agendar Atualizar perfil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agendar Atualizar perfil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agendar Atualizar perfil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agendar Atualizar perfil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 do botão de agendar Atualizar perfil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Formas de pagamento (obs.: adicionar imagens de cada um)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(PIX)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(PIX)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(PIX)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(PIX)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(PIX)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(PIX)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 mesma coisa que o do gerente)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ignorar as imagens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Houver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image" Target="../media/image-61-5.png"/><Relationship Id="rId6" Type="http://schemas.openxmlformats.org/officeDocument/2006/relationships/image" Target="../media/image-61-6.png"/><Relationship Id="rId7" Type="http://schemas.openxmlformats.org/officeDocument/2006/relationships/image" Target="../media/image-6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6" Type="http://schemas.openxmlformats.org/officeDocument/2006/relationships/image" Target="../media/image-66-6.png"/><Relationship Id="rId7" Type="http://schemas.openxmlformats.org/officeDocument/2006/relationships/image" Target="../media/image-66-7.png"/><Relationship Id="rId8" Type="http://schemas.openxmlformats.org/officeDocument/2006/relationships/image" Target="../media/image-6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image" Target="../media/image-67-6.png"/><Relationship Id="rId7" Type="http://schemas.openxmlformats.org/officeDocument/2006/relationships/image" Target="../media/image-67-7.png"/><Relationship Id="rId8" Type="http://schemas.openxmlformats.org/officeDocument/2006/relationships/image" Target="../media/image-6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Entrar</a:t>
            </a:r>
            <a:endParaRPr lang="en-US" sz="948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5" name="Shape 2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05213" y="2357438"/>
            <a:ext cx="1724272" cy="432707"/>
          </a:xfrm>
          <a:prstGeom prst="roundRect">
            <a:avLst>
              <a:gd name="adj" fmla="val 84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05275" y="2414588"/>
            <a:ext cx="721179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766" b="1" spc="-35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</a:t>
            </a:r>
            <a:endParaRPr lang="en-US" sz="1766" dirty="0"/>
          </a:p>
        </p:txBody>
      </p:sp>
      <p:sp>
        <p:nvSpPr>
          <p:cNvPr id="8" name="Text 5"/>
          <p:cNvSpPr/>
          <p:nvPr/>
        </p:nvSpPr>
        <p:spPr>
          <a:xfrm>
            <a:off x="3881438" y="3295650"/>
            <a:ext cx="11713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385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Cadastrar-se</a:t>
            </a:r>
            <a:endParaRPr lang="en-US" sz="1385" dirty="0"/>
          </a:p>
        </p:txBody>
      </p:sp>
      <p:sp>
        <p:nvSpPr>
          <p:cNvPr id="9" name="Text 6"/>
          <p:cNvSpPr/>
          <p:nvPr/>
        </p:nvSpPr>
        <p:spPr>
          <a:xfrm>
            <a:off x="2986088" y="2857500"/>
            <a:ext cx="3171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6"/>
              </a:lnSpc>
              <a:buNone/>
            </a:pPr>
            <a:r>
              <a:rPr lang="en-US" sz="1724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caso não tenha uma conta</a:t>
            </a:r>
            <a:endParaRPr lang="en-US" sz="172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0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Entrar</a:t>
            </a:r>
            <a:endParaRPr lang="en-US" sz="948" dirty="0"/>
          </a:p>
        </p:txBody>
      </p:sp>
      <p:sp>
        <p:nvSpPr>
          <p:cNvPr id="4" name="Text 1"/>
          <p:cNvSpPr/>
          <p:nvPr/>
        </p:nvSpPr>
        <p:spPr>
          <a:xfrm>
            <a:off x="3605213" y="2324100"/>
            <a:ext cx="1724272" cy="432707"/>
          </a:xfrm>
          <a:prstGeom prst="roundRect">
            <a:avLst>
              <a:gd name="adj" fmla="val 8452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107749" y="2383106"/>
            <a:ext cx="721179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766" b="1" spc="-3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</a:t>
            </a:r>
            <a:endParaRPr lang="en-US" sz="1766" dirty="0"/>
          </a:p>
        </p:txBody>
      </p:sp>
      <p:sp>
        <p:nvSpPr>
          <p:cNvPr id="6" name="Text 3"/>
          <p:cNvSpPr/>
          <p:nvPr/>
        </p:nvSpPr>
        <p:spPr>
          <a:xfrm>
            <a:off x="3881438" y="3290888"/>
            <a:ext cx="11713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385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Cadastrar-se</a:t>
            </a:r>
            <a:endParaRPr lang="en-US" sz="1385" dirty="0"/>
          </a:p>
        </p:txBody>
      </p:sp>
      <p:sp>
        <p:nvSpPr>
          <p:cNvPr id="7" name="Text 4"/>
          <p:cNvSpPr/>
          <p:nvPr/>
        </p:nvSpPr>
        <p:spPr>
          <a:xfrm>
            <a:off x="2986088" y="2871788"/>
            <a:ext cx="3171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6"/>
              </a:lnSpc>
              <a:buNone/>
            </a:pPr>
            <a:r>
              <a:rPr lang="en-US" sz="1724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caso não tenha uma conta</a:t>
            </a:r>
            <a:endParaRPr lang="en-US" sz="1724" dirty="0"/>
          </a:p>
        </p:txBody>
      </p:sp>
      <p:sp>
        <p:nvSpPr>
          <p:cNvPr id="8" name="Text 5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9" name="Shape 6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0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Entrar</a:t>
            </a:r>
            <a:endParaRPr lang="en-US" sz="948" dirty="0"/>
          </a:p>
        </p:txBody>
      </p:sp>
      <p:sp>
        <p:nvSpPr>
          <p:cNvPr id="4" name="Text 1"/>
          <p:cNvSpPr/>
          <p:nvPr/>
        </p:nvSpPr>
        <p:spPr>
          <a:xfrm>
            <a:off x="3602924" y="2324100"/>
            <a:ext cx="1724272" cy="432707"/>
          </a:xfrm>
          <a:prstGeom prst="roundRect">
            <a:avLst>
              <a:gd name="adj" fmla="val 8452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107749" y="2383106"/>
            <a:ext cx="721179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766" b="1" spc="-3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</a:t>
            </a:r>
            <a:endParaRPr lang="en-US" sz="1766" dirty="0"/>
          </a:p>
        </p:txBody>
      </p:sp>
      <p:sp>
        <p:nvSpPr>
          <p:cNvPr id="6" name="Text 3"/>
          <p:cNvSpPr/>
          <p:nvPr/>
        </p:nvSpPr>
        <p:spPr>
          <a:xfrm>
            <a:off x="3881438" y="3290888"/>
            <a:ext cx="11713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385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Cadastrar-se</a:t>
            </a:r>
            <a:endParaRPr lang="en-US" sz="1385" dirty="0"/>
          </a:p>
        </p:txBody>
      </p:sp>
      <p:sp>
        <p:nvSpPr>
          <p:cNvPr id="7" name="Text 4"/>
          <p:cNvSpPr/>
          <p:nvPr/>
        </p:nvSpPr>
        <p:spPr>
          <a:xfrm>
            <a:off x="2986088" y="2871788"/>
            <a:ext cx="3171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6"/>
              </a:lnSpc>
              <a:buNone/>
            </a:pPr>
            <a:r>
              <a:rPr lang="en-US" sz="1724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caso não tenha uma conta</a:t>
            </a:r>
            <a:endParaRPr lang="en-US" sz="1724" dirty="0"/>
          </a:p>
        </p:txBody>
      </p:sp>
      <p:sp>
        <p:nvSpPr>
          <p:cNvPr id="8" name="Text 5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9" name="Shape 6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05088" y="2900363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5" name="Text 3"/>
          <p:cNvSpPr/>
          <p:nvPr/>
        </p:nvSpPr>
        <p:spPr>
          <a:xfrm>
            <a:off x="2605088" y="3124200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62225" y="1881187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7" name="Text 5"/>
          <p:cNvSpPr/>
          <p:nvPr/>
        </p:nvSpPr>
        <p:spPr>
          <a:xfrm>
            <a:off x="2562225" y="2105025"/>
            <a:ext cx="402431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Cadastrar</a:t>
            </a:r>
            <a:endParaRPr lang="en-US" sz="948" dirty="0"/>
          </a:p>
        </p:txBody>
      </p:sp>
      <p:sp>
        <p:nvSpPr>
          <p:cNvPr id="9" name="Text 7"/>
          <p:cNvSpPr/>
          <p:nvPr/>
        </p:nvSpPr>
        <p:spPr>
          <a:xfrm>
            <a:off x="3648075" y="4205288"/>
            <a:ext cx="1771650" cy="328613"/>
          </a:xfrm>
          <a:prstGeom prst="roundRect">
            <a:avLst>
              <a:gd name="adj" fmla="val 111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43313" y="1319213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43313" y="1319213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  <p:sp>
        <p:nvSpPr>
          <p:cNvPr id="4" name="Text 1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Cadastrar</a:t>
            </a:r>
            <a:endParaRPr lang="en-US" sz="948" dirty="0"/>
          </a:p>
        </p:txBody>
      </p:sp>
      <p:sp>
        <p:nvSpPr>
          <p:cNvPr id="5" name="Text 2"/>
          <p:cNvSpPr/>
          <p:nvPr/>
        </p:nvSpPr>
        <p:spPr>
          <a:xfrm>
            <a:off x="2600325" y="283368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6" name="Text 3"/>
          <p:cNvSpPr/>
          <p:nvPr/>
        </p:nvSpPr>
        <p:spPr>
          <a:xfrm>
            <a:off x="2600325" y="3057525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557463" y="1814513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2557463" y="2038350"/>
            <a:ext cx="4029075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43313" y="4086225"/>
            <a:ext cx="1876425" cy="447675"/>
          </a:xfrm>
          <a:prstGeom prst="roundRect">
            <a:avLst>
              <a:gd name="adj" fmla="val 81702"/>
            </a:avLst>
          </a:prstGeom>
          <a:solidFill>
            <a:srgbClr val="075B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11" name="Shape 8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 ou atualizar perfil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7263" y="1514475"/>
            <a:ext cx="26908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Agendar pedidos</a:t>
            </a:r>
            <a:endParaRPr lang="en-US" sz="2455" dirty="0"/>
          </a:p>
        </p:txBody>
      </p:sp>
      <p:sp>
        <p:nvSpPr>
          <p:cNvPr id="7" name="Text 5"/>
          <p:cNvSpPr/>
          <p:nvPr/>
        </p:nvSpPr>
        <p:spPr>
          <a:xfrm>
            <a:off x="671513" y="4033837"/>
            <a:ext cx="34194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agendar pedidos</a:t>
            </a:r>
            <a:endParaRPr lang="en-US" sz="1515" dirty="0"/>
          </a:p>
        </p:txBody>
      </p:sp>
      <p:sp>
        <p:nvSpPr>
          <p:cNvPr id="8" name="Text 6"/>
          <p:cNvSpPr/>
          <p:nvPr/>
        </p:nvSpPr>
        <p:spPr>
          <a:xfrm>
            <a:off x="5000625" y="1338263"/>
            <a:ext cx="3614771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67375" y="1514475"/>
            <a:ext cx="233362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perfil</a:t>
            </a:r>
            <a:endParaRPr lang="en-US" sz="2455" dirty="0"/>
          </a:p>
        </p:txBody>
      </p:sp>
      <p:sp>
        <p:nvSpPr>
          <p:cNvPr id="10" name="Text 8"/>
          <p:cNvSpPr/>
          <p:nvPr/>
        </p:nvSpPr>
        <p:spPr>
          <a:xfrm>
            <a:off x="5348288" y="4033837"/>
            <a:ext cx="34194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atualizar perfil</a:t>
            </a:r>
            <a:endParaRPr lang="en-US" sz="15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52563" y="2085975"/>
            <a:ext cx="1595438" cy="159543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15050" y="2166938"/>
            <a:ext cx="1433513" cy="1433513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1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4825" y="1338263"/>
            <a:ext cx="3586163" cy="3195638"/>
          </a:xfrm>
          <a:prstGeom prst="roundRect">
            <a:avLst>
              <a:gd name="adj" fmla="val 11446"/>
            </a:avLst>
          </a:prstGeom>
          <a:solidFill>
            <a:srgbClr val="075B2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62025" y="1509713"/>
            <a:ext cx="267652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Agendar pedidos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671513" y="4033837"/>
            <a:ext cx="34194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u="sng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agendar pedidos</a:t>
            </a:r>
            <a:endParaRPr lang="en-US" sz="1515" dirty="0"/>
          </a:p>
        </p:txBody>
      </p:sp>
      <p:sp>
        <p:nvSpPr>
          <p:cNvPr id="8" name="Text 5"/>
          <p:cNvSpPr/>
          <p:nvPr/>
        </p:nvSpPr>
        <p:spPr>
          <a:xfrm>
            <a:off x="5000625" y="1338263"/>
            <a:ext cx="3609975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62613" y="1509713"/>
            <a:ext cx="23431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perfil</a:t>
            </a:r>
            <a:endParaRPr lang="en-US" sz="2455" dirty="0"/>
          </a:p>
        </p:txBody>
      </p:sp>
      <p:sp>
        <p:nvSpPr>
          <p:cNvPr id="10" name="Text 7"/>
          <p:cNvSpPr/>
          <p:nvPr/>
        </p:nvSpPr>
        <p:spPr>
          <a:xfrm>
            <a:off x="5348288" y="4033837"/>
            <a:ext cx="34194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atualizar perfil</a:t>
            </a:r>
            <a:endParaRPr lang="en-US" sz="15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52563" y="2085975"/>
            <a:ext cx="1595438" cy="159543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15050" y="2166938"/>
            <a:ext cx="1433513" cy="14335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 ou atualizar perfil</a:t>
            </a:r>
            <a:endParaRPr lang="en-US" sz="948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1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4825" y="1338263"/>
            <a:ext cx="3586163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52500" y="1509713"/>
            <a:ext cx="26908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Agendar pedidos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671513" y="4033837"/>
            <a:ext cx="34194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agendar pedidos</a:t>
            </a:r>
            <a:endParaRPr lang="en-US" sz="1515" dirty="0"/>
          </a:p>
        </p:txBody>
      </p:sp>
      <p:sp>
        <p:nvSpPr>
          <p:cNvPr id="8" name="Text 5"/>
          <p:cNvSpPr/>
          <p:nvPr/>
        </p:nvSpPr>
        <p:spPr>
          <a:xfrm>
            <a:off x="5000625" y="1338263"/>
            <a:ext cx="3609975" cy="3195638"/>
          </a:xfrm>
          <a:prstGeom prst="roundRect">
            <a:avLst>
              <a:gd name="adj" fmla="val 11446"/>
            </a:avLst>
          </a:prstGeom>
          <a:solidFill>
            <a:srgbClr val="075B2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91188" y="1509713"/>
            <a:ext cx="228123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perfil</a:t>
            </a:r>
            <a:endParaRPr lang="en-US" sz="2455" dirty="0"/>
          </a:p>
        </p:txBody>
      </p:sp>
      <p:sp>
        <p:nvSpPr>
          <p:cNvPr id="10" name="Text 7"/>
          <p:cNvSpPr/>
          <p:nvPr/>
        </p:nvSpPr>
        <p:spPr>
          <a:xfrm>
            <a:off x="5348288" y="4033837"/>
            <a:ext cx="34194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u="sng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atualizar perfil</a:t>
            </a:r>
            <a:endParaRPr lang="en-US" sz="15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52563" y="2085975"/>
            <a:ext cx="1595438" cy="159543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15050" y="2166938"/>
            <a:ext cx="1433513" cy="14335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 ou atualizar perfil</a:t>
            </a:r>
            <a:endParaRPr lang="en-US" sz="948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63" y="47625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67088" y="609600"/>
            <a:ext cx="241458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 de retirada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</a:t>
            </a:r>
            <a:endParaRPr lang="en-US" sz="94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6225" y="1147763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23875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Segunda</a:t>
            </a:r>
            <a:endParaRPr lang="en-US" sz="1601" dirty="0"/>
          </a:p>
        </p:txBody>
      </p:sp>
      <p:sp>
        <p:nvSpPr>
          <p:cNvPr id="11" name="Text 7"/>
          <p:cNvSpPr/>
          <p:nvPr/>
        </p:nvSpPr>
        <p:spPr>
          <a:xfrm>
            <a:off x="2043113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2669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3" name="Text 9"/>
          <p:cNvSpPr/>
          <p:nvPr/>
        </p:nvSpPr>
        <p:spPr>
          <a:xfrm>
            <a:off x="3810000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33837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5" name="Text 11"/>
          <p:cNvSpPr/>
          <p:nvPr/>
        </p:nvSpPr>
        <p:spPr>
          <a:xfrm>
            <a:off x="5576888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8102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7" name="Text 13"/>
          <p:cNvSpPr/>
          <p:nvPr/>
        </p:nvSpPr>
        <p:spPr>
          <a:xfrm>
            <a:off x="7343775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577138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63" y="47625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67088" y="609600"/>
            <a:ext cx="241458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 de retirada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</a:t>
            </a:r>
            <a:endParaRPr lang="en-US" sz="94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6225" y="1147763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0063" y="1252538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Segunda</a:t>
            </a:r>
            <a:endParaRPr lang="en-US" sz="1601" dirty="0"/>
          </a:p>
        </p:txBody>
      </p:sp>
      <p:sp>
        <p:nvSpPr>
          <p:cNvPr id="11" name="Text 7"/>
          <p:cNvSpPr/>
          <p:nvPr/>
        </p:nvSpPr>
        <p:spPr>
          <a:xfrm>
            <a:off x="2043113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2669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3" name="Text 9"/>
          <p:cNvSpPr/>
          <p:nvPr/>
        </p:nvSpPr>
        <p:spPr>
          <a:xfrm>
            <a:off x="3810000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33837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5" name="Text 11"/>
          <p:cNvSpPr/>
          <p:nvPr/>
        </p:nvSpPr>
        <p:spPr>
          <a:xfrm>
            <a:off x="5576888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8102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7" name="Text 13"/>
          <p:cNvSpPr/>
          <p:nvPr/>
        </p:nvSpPr>
        <p:spPr>
          <a:xfrm>
            <a:off x="7343775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577138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9" name="Text 15"/>
          <p:cNvSpPr/>
          <p:nvPr/>
        </p:nvSpPr>
        <p:spPr>
          <a:xfrm>
            <a:off x="276225" y="1676400"/>
            <a:ext cx="1562100" cy="1733550"/>
          </a:xfrm>
          <a:prstGeom prst="roundRect">
            <a:avLst>
              <a:gd name="adj" fmla="val 11707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61950" y="1766888"/>
            <a:ext cx="130268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 →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Bebidas →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Doces →</a:t>
            </a:r>
            <a:endParaRPr lang="en-US" sz="160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63" y="47625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67088" y="609600"/>
            <a:ext cx="241458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 de retirada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</a:t>
            </a:r>
            <a:endParaRPr lang="en-US" sz="94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6225" y="1147763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0063" y="1252538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Segunda</a:t>
            </a:r>
            <a:endParaRPr lang="en-US" sz="1601" dirty="0"/>
          </a:p>
        </p:txBody>
      </p:sp>
      <p:sp>
        <p:nvSpPr>
          <p:cNvPr id="11" name="Text 7"/>
          <p:cNvSpPr/>
          <p:nvPr/>
        </p:nvSpPr>
        <p:spPr>
          <a:xfrm>
            <a:off x="2043113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2669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3" name="Text 9"/>
          <p:cNvSpPr/>
          <p:nvPr/>
        </p:nvSpPr>
        <p:spPr>
          <a:xfrm>
            <a:off x="3810000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33837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5" name="Text 11"/>
          <p:cNvSpPr/>
          <p:nvPr/>
        </p:nvSpPr>
        <p:spPr>
          <a:xfrm>
            <a:off x="5576888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8102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7" name="Text 13"/>
          <p:cNvSpPr/>
          <p:nvPr/>
        </p:nvSpPr>
        <p:spPr>
          <a:xfrm>
            <a:off x="7343775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577138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9" name="Text 15"/>
          <p:cNvSpPr/>
          <p:nvPr/>
        </p:nvSpPr>
        <p:spPr>
          <a:xfrm>
            <a:off x="233362" y="1695450"/>
            <a:ext cx="8677275" cy="2919413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695950" y="1757363"/>
            <a:ext cx="3128963" cy="2776538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61950" y="1766888"/>
            <a:ext cx="130268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 ←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Bebidas →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Doces →</a:t>
            </a:r>
            <a:endParaRPr lang="en-US" sz="1608" dirty="0"/>
          </a:p>
        </p:txBody>
      </p:sp>
      <p:sp>
        <p:nvSpPr>
          <p:cNvPr id="22" name="Text 18"/>
          <p:cNvSpPr/>
          <p:nvPr/>
        </p:nvSpPr>
        <p:spPr>
          <a:xfrm>
            <a:off x="800100" y="2185988"/>
            <a:ext cx="1700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Gordura</a:t>
            </a:r>
            <a:endParaRPr lang="en-US" sz="1283" dirty="0"/>
          </a:p>
        </p:txBody>
      </p:sp>
      <p:sp>
        <p:nvSpPr>
          <p:cNvPr id="23" name="Shape 19"/>
          <p:cNvSpPr/>
          <p:nvPr/>
        </p:nvSpPr>
        <p:spPr>
          <a:xfrm rot="5400000">
            <a:off x="4107656" y="3155156"/>
            <a:ext cx="291941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00100" y="2571750"/>
            <a:ext cx="1414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Esfiha Murcha</a:t>
            </a:r>
            <a:endParaRPr lang="en-US" sz="1283" dirty="0"/>
          </a:p>
        </p:txBody>
      </p:sp>
      <p:sp>
        <p:nvSpPr>
          <p:cNvPr id="25" name="Text 21"/>
          <p:cNvSpPr/>
          <p:nvPr/>
        </p:nvSpPr>
        <p:spPr>
          <a:xfrm>
            <a:off x="5953125" y="1795463"/>
            <a:ext cx="2709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spc="-2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adicionados ao pedido:</a:t>
            </a:r>
            <a:endParaRPr lang="en-US" sz="1425" dirty="0"/>
          </a:p>
        </p:txBody>
      </p:sp>
      <p:sp>
        <p:nvSpPr>
          <p:cNvPr id="26" name="Shape 22"/>
          <p:cNvSpPr/>
          <p:nvPr/>
        </p:nvSpPr>
        <p:spPr>
          <a:xfrm rot="5400000">
            <a:off x="4107656" y="3155156"/>
            <a:ext cx="291941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048000" y="2209800"/>
            <a:ext cx="261937" cy="233362"/>
          </a:xfrm>
          <a:prstGeom prst="roundRect">
            <a:avLst>
              <a:gd name="adj" fmla="val 7836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624138" y="2214563"/>
            <a:ext cx="266700" cy="228600"/>
          </a:xfrm>
          <a:prstGeom prst="roundRect">
            <a:avLst>
              <a:gd name="adj" fmla="val 80000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+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63" y="47625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67088" y="609600"/>
            <a:ext cx="241458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 de retirada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</a:t>
            </a:r>
            <a:endParaRPr lang="en-US" sz="94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6225" y="1147763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0063" y="1252538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Segunda</a:t>
            </a:r>
            <a:endParaRPr lang="en-US" sz="1601" dirty="0"/>
          </a:p>
        </p:txBody>
      </p:sp>
      <p:sp>
        <p:nvSpPr>
          <p:cNvPr id="11" name="Text 7"/>
          <p:cNvSpPr/>
          <p:nvPr/>
        </p:nvSpPr>
        <p:spPr>
          <a:xfrm>
            <a:off x="2043113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2669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3" name="Text 9"/>
          <p:cNvSpPr/>
          <p:nvPr/>
        </p:nvSpPr>
        <p:spPr>
          <a:xfrm>
            <a:off x="22669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4" name="Text 10"/>
          <p:cNvSpPr/>
          <p:nvPr/>
        </p:nvSpPr>
        <p:spPr>
          <a:xfrm>
            <a:off x="3810000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033837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6" name="Text 12"/>
          <p:cNvSpPr/>
          <p:nvPr/>
        </p:nvSpPr>
        <p:spPr>
          <a:xfrm>
            <a:off x="5576888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810250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8" name="Text 14"/>
          <p:cNvSpPr/>
          <p:nvPr/>
        </p:nvSpPr>
        <p:spPr>
          <a:xfrm>
            <a:off x="7343775" y="1138238"/>
            <a:ext cx="1519238" cy="466725"/>
          </a:xfrm>
          <a:prstGeom prst="roundRect">
            <a:avLst>
              <a:gd name="adj" fmla="val 783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577138" y="12430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20" name="Text 16"/>
          <p:cNvSpPr/>
          <p:nvPr/>
        </p:nvSpPr>
        <p:spPr>
          <a:xfrm>
            <a:off x="233362" y="1695450"/>
            <a:ext cx="8677275" cy="2919413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043238" y="2181225"/>
            <a:ext cx="261937" cy="233362"/>
          </a:xfrm>
          <a:prstGeom prst="roundRect">
            <a:avLst>
              <a:gd name="adj" fmla="val 7836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61950" y="1766888"/>
            <a:ext cx="130268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 ←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Bebidas →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Doces →</a:t>
            </a:r>
            <a:endParaRPr lang="en-US" sz="1608" dirty="0"/>
          </a:p>
        </p:txBody>
      </p:sp>
      <p:sp>
        <p:nvSpPr>
          <p:cNvPr id="23" name="Text 19"/>
          <p:cNvSpPr/>
          <p:nvPr/>
        </p:nvSpPr>
        <p:spPr>
          <a:xfrm>
            <a:off x="800100" y="2185988"/>
            <a:ext cx="1700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Gordura</a:t>
            </a:r>
            <a:endParaRPr lang="en-US" sz="1283" dirty="0"/>
          </a:p>
        </p:txBody>
      </p:sp>
      <p:sp>
        <p:nvSpPr>
          <p:cNvPr id="24" name="Text 20"/>
          <p:cNvSpPr/>
          <p:nvPr/>
        </p:nvSpPr>
        <p:spPr>
          <a:xfrm>
            <a:off x="2643188" y="2185988"/>
            <a:ext cx="266700" cy="2286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+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800100" y="2571750"/>
            <a:ext cx="1414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Esfiha Murcha</a:t>
            </a:r>
            <a:endParaRPr lang="en-US" sz="1283" dirty="0"/>
          </a:p>
        </p:txBody>
      </p:sp>
      <p:sp>
        <p:nvSpPr>
          <p:cNvPr id="26" name="Text 22"/>
          <p:cNvSpPr/>
          <p:nvPr/>
        </p:nvSpPr>
        <p:spPr>
          <a:xfrm>
            <a:off x="5695950" y="1757363"/>
            <a:ext cx="3128963" cy="2776538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781675" y="2162175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  Pastel de Gordura</a:t>
            </a:r>
            <a:endParaRPr lang="en-US" sz="1283" dirty="0"/>
          </a:p>
        </p:txBody>
      </p:sp>
      <p:sp>
        <p:nvSpPr>
          <p:cNvPr id="28" name="Text 24"/>
          <p:cNvSpPr/>
          <p:nvPr/>
        </p:nvSpPr>
        <p:spPr>
          <a:xfrm>
            <a:off x="5953125" y="1795463"/>
            <a:ext cx="2709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spc="-2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adicionados ao pedido:</a:t>
            </a:r>
            <a:endParaRPr lang="en-US" sz="1425" dirty="0"/>
          </a:p>
        </p:txBody>
      </p:sp>
      <p:sp>
        <p:nvSpPr>
          <p:cNvPr id="29" name="Shape 25"/>
          <p:cNvSpPr/>
          <p:nvPr/>
        </p:nvSpPr>
        <p:spPr>
          <a:xfrm rot="5400000">
            <a:off x="4107656" y="3155156"/>
            <a:ext cx="291941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315075" y="3971925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Confirmar pedido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538" y="45720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629025" y="4348163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66975" y="671513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pedido</a:t>
            </a:r>
            <a:endParaRPr lang="en-US" sz="2455" dirty="0"/>
          </a:p>
        </p:txBody>
      </p:sp>
      <p:sp>
        <p:nvSpPr>
          <p:cNvPr id="8" name="Text 5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Pedidos</a:t>
            </a:r>
            <a:endParaRPr lang="en-US" sz="948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38488" y="1309688"/>
            <a:ext cx="2867025" cy="2733675"/>
          </a:xfrm>
          <a:prstGeom prst="roundRect">
            <a:avLst>
              <a:gd name="adj" fmla="val 6690"/>
            </a:avLst>
          </a:prstGeom>
          <a:solidFill>
            <a:srgbClr val="F4F4F4"/>
          </a:solidFill>
          <a:ln w="4524">
            <a:solidFill>
              <a:srgbClr val="DBDB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810000" y="34099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738" b="1" spc="-3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Segunda feira</a:t>
            </a:r>
            <a:endParaRPr lang="en-US" sz="1738" dirty="0"/>
          </a:p>
        </p:txBody>
      </p:sp>
      <p:sp>
        <p:nvSpPr>
          <p:cNvPr id="12" name="Text 8"/>
          <p:cNvSpPr/>
          <p:nvPr/>
        </p:nvSpPr>
        <p:spPr>
          <a:xfrm>
            <a:off x="3562350" y="2790825"/>
            <a:ext cx="20145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80"/>
              </a:lnSpc>
              <a:buNone/>
            </a:pPr>
            <a:r>
              <a:rPr lang="en-US" sz="2031" b="1" spc="-41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retirada</a:t>
            </a:r>
            <a:endParaRPr lang="en-US" sz="2031" dirty="0"/>
          </a:p>
        </p:txBody>
      </p:sp>
      <p:sp>
        <p:nvSpPr>
          <p:cNvPr id="13" name="Text 9"/>
          <p:cNvSpPr/>
          <p:nvPr/>
        </p:nvSpPr>
        <p:spPr>
          <a:xfrm>
            <a:off x="3667125" y="1495425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  Pastel de Gordura</a:t>
            </a:r>
            <a:endParaRPr lang="en-US" sz="1283" dirty="0"/>
          </a:p>
        </p:txBody>
      </p:sp>
      <p:sp>
        <p:nvSpPr>
          <p:cNvPr id="14" name="Shape 10"/>
          <p:cNvSpPr/>
          <p:nvPr/>
        </p:nvSpPr>
        <p:spPr>
          <a:xfrm>
            <a:off x="3228975" y="2676525"/>
            <a:ext cx="2743200" cy="0"/>
          </a:xfrm>
          <a:prstGeom prst="line">
            <a:avLst/>
          </a:prstGeom>
          <a:noFill/>
          <a:ln w="4524">
            <a:solidFill>
              <a:srgbClr val="15734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81638" y="26908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81638" y="2114550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790950" y="2114550"/>
            <a:ext cx="1566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Credito)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24288" y="269081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Debito)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4429125" y="3224213"/>
            <a:ext cx="38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(Pix)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3629025" y="4348163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466975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sp>
        <p:nvSpPr>
          <p:cNvPr id="13" name="Text 10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</a:t>
            </a:r>
            <a:endParaRPr lang="en-US" sz="948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1638" y="32242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1638" y="26908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1638" y="2114550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90950" y="2114550"/>
            <a:ext cx="1566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Credito)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824288" y="269081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Debito)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4429125" y="3224213"/>
            <a:ext cx="38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(Pix)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3629025" y="4348163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66975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1638" y="32242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(PIX)</a:t>
            </a:r>
            <a:endParaRPr lang="en-US" sz="94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963" y="45720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14738" y="3824288"/>
            <a:ext cx="1919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(Código do pagamento)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3643313" y="4324350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Cancelar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471738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1888" y="1647825"/>
            <a:ext cx="1905000" cy="1905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(PIX)</a:t>
            </a:r>
            <a:endParaRPr lang="en-US" sz="94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963" y="45720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14738" y="3824288"/>
            <a:ext cx="1919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(Código do pagamento)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3671888" y="4324350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Cancelar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471738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1888" y="1647825"/>
            <a:ext cx="1905000" cy="1905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(PIX)</a:t>
            </a:r>
            <a:endParaRPr lang="en-US" sz="94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963" y="45720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85975" y="2166938"/>
            <a:ext cx="512445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39"/>
              </a:lnSpc>
              <a:buNone/>
            </a:pPr>
            <a:r>
              <a:rPr lang="en-US" sz="3287" b="1" spc="-6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pagamento foi efetuado</a:t>
            </a:r>
            <a:endParaRPr lang="en-US" sz="3287" dirty="0"/>
          </a:p>
        </p:txBody>
      </p:sp>
      <p:sp>
        <p:nvSpPr>
          <p:cNvPr id="8" name="Text 5"/>
          <p:cNvSpPr/>
          <p:nvPr/>
        </p:nvSpPr>
        <p:spPr>
          <a:xfrm>
            <a:off x="3581400" y="4324350"/>
            <a:ext cx="2133600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Voltar a tela de pedidos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471738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(PIX)</a:t>
            </a:r>
            <a:endParaRPr lang="en-US" sz="948" dirty="0"/>
          </a:p>
        </p:txBody>
      </p:sp>
      <p:sp>
        <p:nvSpPr>
          <p:cNvPr id="12" name="Text 8"/>
          <p:cNvSpPr/>
          <p:nvPr/>
        </p:nvSpPr>
        <p:spPr>
          <a:xfrm>
            <a:off x="3448050" y="3833812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do pedido: 123123abc</a:t>
            </a:r>
            <a:endParaRPr lang="en-US" sz="128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1638" y="26908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1638" y="2114550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90950" y="2114550"/>
            <a:ext cx="1566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Credito)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824288" y="269081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Debito)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4429125" y="3224213"/>
            <a:ext cx="38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(Pix)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3629025" y="4348163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66975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1638" y="32242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(Debito)</a:t>
            </a:r>
            <a:endParaRPr lang="en-US" sz="948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09863" y="609600"/>
            <a:ext cx="345757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Cartão de Debito</a:t>
            </a:r>
            <a:endParaRPr lang="en-US" sz="2455" dirty="0"/>
          </a:p>
        </p:txBody>
      </p:sp>
      <p:sp>
        <p:nvSpPr>
          <p:cNvPr id="6" name="Text 4"/>
          <p:cNvSpPr/>
          <p:nvPr/>
        </p:nvSpPr>
        <p:spPr>
          <a:xfrm>
            <a:off x="366713" y="1681163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6713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713" y="37623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8738" y="16668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62538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28575"/>
            <a:ext cx="400050" cy="400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-300037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Numeros do cartão </a:t>
            </a:r>
            <a:endParaRPr lang="en-US" sz="1781" dirty="0"/>
          </a:p>
        </p:txBody>
      </p:sp>
      <p:sp>
        <p:nvSpPr>
          <p:cNvPr id="13" name="Text 10"/>
          <p:cNvSpPr/>
          <p:nvPr/>
        </p:nvSpPr>
        <p:spPr>
          <a:xfrm>
            <a:off x="-395287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Nome do titular</a:t>
            </a:r>
            <a:endParaRPr lang="en-US" sz="1781" dirty="0"/>
          </a:p>
        </p:txBody>
      </p:sp>
      <p:sp>
        <p:nvSpPr>
          <p:cNvPr id="14" name="Text 11"/>
          <p:cNvSpPr/>
          <p:nvPr/>
        </p:nvSpPr>
        <p:spPr>
          <a:xfrm>
            <a:off x="-490538" y="34766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CPF/CNPJ</a:t>
            </a:r>
            <a:endParaRPr lang="en-US" sz="1781" dirty="0"/>
          </a:p>
        </p:txBody>
      </p:sp>
      <p:sp>
        <p:nvSpPr>
          <p:cNvPr id="15" name="Text 12"/>
          <p:cNvSpPr/>
          <p:nvPr/>
        </p:nvSpPr>
        <p:spPr>
          <a:xfrm>
            <a:off x="4300538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validade</a:t>
            </a:r>
            <a:endParaRPr lang="en-US" sz="1781" dirty="0"/>
          </a:p>
        </p:txBody>
      </p:sp>
      <p:sp>
        <p:nvSpPr>
          <p:cNvPr id="16" name="Text 13"/>
          <p:cNvSpPr/>
          <p:nvPr/>
        </p:nvSpPr>
        <p:spPr>
          <a:xfrm>
            <a:off x="4576763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Codigo de segurança</a:t>
            </a:r>
            <a:endParaRPr lang="en-US" sz="1781" dirty="0"/>
          </a:p>
        </p:txBody>
      </p:sp>
      <p:sp>
        <p:nvSpPr>
          <p:cNvPr id="17" name="Text 14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(Debito)</a:t>
            </a:r>
            <a:endParaRPr lang="en-US" sz="948" dirty="0"/>
          </a:p>
        </p:txBody>
      </p:sp>
      <p:sp>
        <p:nvSpPr>
          <p:cNvPr id="18" name="Text 15"/>
          <p:cNvSpPr/>
          <p:nvPr/>
        </p:nvSpPr>
        <p:spPr>
          <a:xfrm>
            <a:off x="6777038" y="4319588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09863" y="609600"/>
            <a:ext cx="345757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Cartão de Debito</a:t>
            </a:r>
            <a:endParaRPr lang="en-US" sz="2455" dirty="0"/>
          </a:p>
        </p:txBody>
      </p:sp>
      <p:sp>
        <p:nvSpPr>
          <p:cNvPr id="6" name="Text 4"/>
          <p:cNvSpPr/>
          <p:nvPr/>
        </p:nvSpPr>
        <p:spPr>
          <a:xfrm>
            <a:off x="366713" y="1681163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6713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713" y="37623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8738" y="16668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62538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28575"/>
            <a:ext cx="400050" cy="400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-300037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Numeros do cartão </a:t>
            </a:r>
            <a:endParaRPr lang="en-US" sz="1781" dirty="0"/>
          </a:p>
        </p:txBody>
      </p:sp>
      <p:sp>
        <p:nvSpPr>
          <p:cNvPr id="13" name="Text 10"/>
          <p:cNvSpPr/>
          <p:nvPr/>
        </p:nvSpPr>
        <p:spPr>
          <a:xfrm>
            <a:off x="-395287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Nome do titular</a:t>
            </a:r>
            <a:endParaRPr lang="en-US" sz="1781" dirty="0"/>
          </a:p>
        </p:txBody>
      </p:sp>
      <p:sp>
        <p:nvSpPr>
          <p:cNvPr id="14" name="Text 11"/>
          <p:cNvSpPr/>
          <p:nvPr/>
        </p:nvSpPr>
        <p:spPr>
          <a:xfrm>
            <a:off x="-490538" y="34766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CPF/CNPJ</a:t>
            </a:r>
            <a:endParaRPr lang="en-US" sz="1781" dirty="0"/>
          </a:p>
        </p:txBody>
      </p:sp>
      <p:sp>
        <p:nvSpPr>
          <p:cNvPr id="15" name="Text 12"/>
          <p:cNvSpPr/>
          <p:nvPr/>
        </p:nvSpPr>
        <p:spPr>
          <a:xfrm>
            <a:off x="4300538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validade</a:t>
            </a:r>
            <a:endParaRPr lang="en-US" sz="1781" dirty="0"/>
          </a:p>
        </p:txBody>
      </p:sp>
      <p:sp>
        <p:nvSpPr>
          <p:cNvPr id="16" name="Text 13"/>
          <p:cNvSpPr/>
          <p:nvPr/>
        </p:nvSpPr>
        <p:spPr>
          <a:xfrm>
            <a:off x="4576763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Codigo de segurança</a:t>
            </a:r>
            <a:endParaRPr lang="en-US" sz="1781" dirty="0"/>
          </a:p>
        </p:txBody>
      </p:sp>
      <p:sp>
        <p:nvSpPr>
          <p:cNvPr id="17" name="Text 14"/>
          <p:cNvSpPr/>
          <p:nvPr/>
        </p:nvSpPr>
        <p:spPr>
          <a:xfrm>
            <a:off x="6777038" y="4319588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(Debito)</a:t>
            </a:r>
            <a:endParaRPr lang="en-US" sz="94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963" y="45720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85975" y="2166938"/>
            <a:ext cx="512445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39"/>
              </a:lnSpc>
              <a:buNone/>
            </a:pPr>
            <a:r>
              <a:rPr lang="en-US" sz="3287" b="1" spc="-6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pagamento foi efetuado</a:t>
            </a:r>
            <a:endParaRPr lang="en-US" sz="3287" dirty="0"/>
          </a:p>
        </p:txBody>
      </p:sp>
      <p:sp>
        <p:nvSpPr>
          <p:cNvPr id="8" name="Text 5"/>
          <p:cNvSpPr/>
          <p:nvPr/>
        </p:nvSpPr>
        <p:spPr>
          <a:xfrm>
            <a:off x="3581400" y="4324350"/>
            <a:ext cx="2133600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Voltar a tela de pedidos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471738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(Debito)</a:t>
            </a:r>
            <a:endParaRPr lang="en-US" sz="94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1638" y="26908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1638" y="2114550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90950" y="2114550"/>
            <a:ext cx="1566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Credito)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824288" y="269081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(Cartão de Debito)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4429125" y="3224213"/>
            <a:ext cx="38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(Pix)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3629025" y="4348163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66975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1638" y="3224213"/>
            <a:ext cx="228600" cy="228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(Credito)</a:t>
            </a:r>
            <a:endParaRPr lang="en-US" sz="94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09863" y="609600"/>
            <a:ext cx="345757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Cartão de Credito</a:t>
            </a:r>
            <a:endParaRPr lang="en-US" sz="2455" dirty="0"/>
          </a:p>
        </p:txBody>
      </p:sp>
      <p:sp>
        <p:nvSpPr>
          <p:cNvPr id="6" name="Text 4"/>
          <p:cNvSpPr/>
          <p:nvPr/>
        </p:nvSpPr>
        <p:spPr>
          <a:xfrm>
            <a:off x="366713" y="1681163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6713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713" y="37623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8738" y="16668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62538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28575"/>
            <a:ext cx="400050" cy="400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-300037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Numeros do cartão </a:t>
            </a:r>
            <a:endParaRPr lang="en-US" sz="1781" dirty="0"/>
          </a:p>
        </p:txBody>
      </p:sp>
      <p:sp>
        <p:nvSpPr>
          <p:cNvPr id="13" name="Text 10"/>
          <p:cNvSpPr/>
          <p:nvPr/>
        </p:nvSpPr>
        <p:spPr>
          <a:xfrm>
            <a:off x="-395287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Nome do titular</a:t>
            </a:r>
            <a:endParaRPr lang="en-US" sz="1781" dirty="0"/>
          </a:p>
        </p:txBody>
      </p:sp>
      <p:sp>
        <p:nvSpPr>
          <p:cNvPr id="14" name="Text 11"/>
          <p:cNvSpPr/>
          <p:nvPr/>
        </p:nvSpPr>
        <p:spPr>
          <a:xfrm>
            <a:off x="-490538" y="34766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CPF/CNPJ</a:t>
            </a:r>
            <a:endParaRPr lang="en-US" sz="1781" dirty="0"/>
          </a:p>
        </p:txBody>
      </p:sp>
      <p:sp>
        <p:nvSpPr>
          <p:cNvPr id="15" name="Text 12"/>
          <p:cNvSpPr/>
          <p:nvPr/>
        </p:nvSpPr>
        <p:spPr>
          <a:xfrm>
            <a:off x="4300538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validade</a:t>
            </a:r>
            <a:endParaRPr lang="en-US" sz="1781" dirty="0"/>
          </a:p>
        </p:txBody>
      </p:sp>
      <p:sp>
        <p:nvSpPr>
          <p:cNvPr id="16" name="Text 13"/>
          <p:cNvSpPr/>
          <p:nvPr/>
        </p:nvSpPr>
        <p:spPr>
          <a:xfrm>
            <a:off x="4576763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Codigo de segurança</a:t>
            </a:r>
            <a:endParaRPr lang="en-US" sz="1781" dirty="0"/>
          </a:p>
        </p:txBody>
      </p:sp>
      <p:sp>
        <p:nvSpPr>
          <p:cNvPr id="17" name="Text 14"/>
          <p:cNvSpPr/>
          <p:nvPr/>
        </p:nvSpPr>
        <p:spPr>
          <a:xfrm>
            <a:off x="6777038" y="4319588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(Credito)</a:t>
            </a:r>
            <a:endParaRPr lang="en-US" sz="948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09863" y="609600"/>
            <a:ext cx="345757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Cartão de Credito</a:t>
            </a:r>
            <a:endParaRPr lang="en-US" sz="2455" dirty="0"/>
          </a:p>
        </p:txBody>
      </p:sp>
      <p:sp>
        <p:nvSpPr>
          <p:cNvPr id="6" name="Text 4"/>
          <p:cNvSpPr/>
          <p:nvPr/>
        </p:nvSpPr>
        <p:spPr>
          <a:xfrm>
            <a:off x="366713" y="1681163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6713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713" y="37623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8738" y="16668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62538" y="2771775"/>
            <a:ext cx="3776662" cy="557213"/>
          </a:xfrm>
          <a:prstGeom prst="roundRect">
            <a:avLst>
              <a:gd name="adj" fmla="val 6564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28575"/>
            <a:ext cx="400050" cy="400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-300037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Numeros do cartão </a:t>
            </a:r>
            <a:endParaRPr lang="en-US" sz="1781" dirty="0"/>
          </a:p>
        </p:txBody>
      </p:sp>
      <p:sp>
        <p:nvSpPr>
          <p:cNvPr id="13" name="Text 10"/>
          <p:cNvSpPr/>
          <p:nvPr/>
        </p:nvSpPr>
        <p:spPr>
          <a:xfrm>
            <a:off x="-395287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Nome do titular</a:t>
            </a:r>
            <a:endParaRPr lang="en-US" sz="1781" dirty="0"/>
          </a:p>
        </p:txBody>
      </p:sp>
      <p:sp>
        <p:nvSpPr>
          <p:cNvPr id="14" name="Text 11"/>
          <p:cNvSpPr/>
          <p:nvPr/>
        </p:nvSpPr>
        <p:spPr>
          <a:xfrm>
            <a:off x="-490538" y="34766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CPF/CNPJ</a:t>
            </a:r>
            <a:endParaRPr lang="en-US" sz="1781" dirty="0"/>
          </a:p>
        </p:txBody>
      </p:sp>
      <p:sp>
        <p:nvSpPr>
          <p:cNvPr id="15" name="Text 12"/>
          <p:cNvSpPr/>
          <p:nvPr/>
        </p:nvSpPr>
        <p:spPr>
          <a:xfrm>
            <a:off x="4300538" y="13811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validade</a:t>
            </a:r>
            <a:endParaRPr lang="en-US" sz="1781" dirty="0"/>
          </a:p>
        </p:txBody>
      </p:sp>
      <p:sp>
        <p:nvSpPr>
          <p:cNvPr id="16" name="Text 13"/>
          <p:cNvSpPr/>
          <p:nvPr/>
        </p:nvSpPr>
        <p:spPr>
          <a:xfrm>
            <a:off x="4576763" y="2486025"/>
            <a:ext cx="3624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781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Codigo de segurança</a:t>
            </a:r>
            <a:endParaRPr lang="en-US" sz="1781" dirty="0"/>
          </a:p>
        </p:txBody>
      </p:sp>
      <p:sp>
        <p:nvSpPr>
          <p:cNvPr id="17" name="Text 14"/>
          <p:cNvSpPr/>
          <p:nvPr/>
        </p:nvSpPr>
        <p:spPr>
          <a:xfrm>
            <a:off x="6777038" y="4319588"/>
            <a:ext cx="1890713" cy="366713"/>
          </a:xfrm>
          <a:prstGeom prst="roundRect">
            <a:avLst>
              <a:gd name="adj" fmla="val 79792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Comprar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(Credito)</a:t>
            </a:r>
            <a:endParaRPr lang="en-US" sz="948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963" y="45720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85975" y="2166938"/>
            <a:ext cx="512445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39"/>
              </a:lnSpc>
              <a:buNone/>
            </a:pPr>
            <a:r>
              <a:rPr lang="en-US" sz="3287" b="1" spc="-6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pagamento foi efetuado</a:t>
            </a:r>
            <a:endParaRPr lang="en-US" sz="3287" dirty="0"/>
          </a:p>
        </p:txBody>
      </p:sp>
      <p:sp>
        <p:nvSpPr>
          <p:cNvPr id="8" name="Text 5"/>
          <p:cNvSpPr/>
          <p:nvPr/>
        </p:nvSpPr>
        <p:spPr>
          <a:xfrm>
            <a:off x="3581400" y="4324350"/>
            <a:ext cx="2133600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Voltar a tela de pedidos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471738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 de pagamento</a:t>
            </a:r>
            <a:endParaRPr lang="en-US" sz="24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25" y="90488"/>
            <a:ext cx="2471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cliente:  Pagamento (Credito)</a:t>
            </a:r>
            <a:endParaRPr lang="en-US" sz="948" dirty="0"/>
          </a:p>
        </p:txBody>
      </p:sp>
      <p:sp>
        <p:nvSpPr>
          <p:cNvPr id="12" name="Text 8"/>
          <p:cNvSpPr/>
          <p:nvPr/>
        </p:nvSpPr>
        <p:spPr>
          <a:xfrm>
            <a:off x="3448050" y="3833812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do pedido: 123123abc</a:t>
            </a:r>
            <a:endParaRPr lang="en-US" sz="128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19350" y="3495675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5" name="Text 3"/>
          <p:cNvSpPr/>
          <p:nvPr/>
        </p:nvSpPr>
        <p:spPr>
          <a:xfrm>
            <a:off x="2419350" y="3719512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76488" y="2476500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7" name="Text 5"/>
          <p:cNvSpPr/>
          <p:nvPr/>
        </p:nvSpPr>
        <p:spPr>
          <a:xfrm>
            <a:off x="2376488" y="2700338"/>
            <a:ext cx="402431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Cadastrar</a:t>
            </a:r>
            <a:endParaRPr lang="en-US" sz="948" dirty="0"/>
          </a:p>
        </p:txBody>
      </p:sp>
      <p:sp>
        <p:nvSpPr>
          <p:cNvPr id="9" name="Text 7"/>
          <p:cNvSpPr/>
          <p:nvPr/>
        </p:nvSpPr>
        <p:spPr>
          <a:xfrm>
            <a:off x="3581400" y="4533900"/>
            <a:ext cx="1771650" cy="328613"/>
          </a:xfrm>
          <a:prstGeom prst="roundRect">
            <a:avLst>
              <a:gd name="adj" fmla="val 111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19500" y="1157288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  <p:sp>
        <p:nvSpPr>
          <p:cNvPr id="12" name="Text 9"/>
          <p:cNvSpPr/>
          <p:nvPr/>
        </p:nvSpPr>
        <p:spPr>
          <a:xfrm>
            <a:off x="2376488" y="1666875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376488" y="142398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</a:t>
            </a:r>
            <a:endParaRPr lang="en-US" sz="1392" dirty="0"/>
          </a:p>
        </p:txBody>
      </p:sp>
      <p:sp>
        <p:nvSpPr>
          <p:cNvPr id="14" name="Text 11"/>
          <p:cNvSpPr/>
          <p:nvPr/>
        </p:nvSpPr>
        <p:spPr>
          <a:xfrm rot="10796724">
            <a:off x="2409945" y="180515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 rot="5400000">
            <a:off x="2581275" y="1890713"/>
            <a:ext cx="447675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Cadastrar</a:t>
            </a:r>
            <a:endParaRPr lang="en-US" sz="948" dirty="0"/>
          </a:p>
        </p:txBody>
      </p:sp>
      <p:sp>
        <p:nvSpPr>
          <p:cNvPr id="5" name="Text 3"/>
          <p:cNvSpPr/>
          <p:nvPr/>
        </p:nvSpPr>
        <p:spPr>
          <a:xfrm>
            <a:off x="3581400" y="4533900"/>
            <a:ext cx="1771650" cy="328613"/>
          </a:xfrm>
          <a:prstGeom prst="roundRect">
            <a:avLst>
              <a:gd name="adj" fmla="val 111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9500" y="1157288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  <p:sp>
        <p:nvSpPr>
          <p:cNvPr id="8" name="Text 5"/>
          <p:cNvSpPr/>
          <p:nvPr/>
        </p:nvSpPr>
        <p:spPr>
          <a:xfrm>
            <a:off x="2376488" y="1666875"/>
            <a:ext cx="3948112" cy="809625"/>
          </a:xfrm>
          <a:prstGeom prst="roundRect">
            <a:avLst>
              <a:gd name="adj" fmla="val 22588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76488" y="142398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</a:t>
            </a:r>
            <a:endParaRPr lang="en-US" sz="1392" dirty="0"/>
          </a:p>
        </p:txBody>
      </p:sp>
      <p:sp>
        <p:nvSpPr>
          <p:cNvPr id="10" name="Text 7"/>
          <p:cNvSpPr/>
          <p:nvPr/>
        </p:nvSpPr>
        <p:spPr>
          <a:xfrm rot="5425515">
            <a:off x="2406478" y="1772487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 rot="5439513">
            <a:off x="2390748" y="2062163"/>
            <a:ext cx="828730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3825">
            <a:off x="2809875" y="2062163"/>
            <a:ext cx="3552854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76513" y="1785938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2719388" y="2176463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Funcionario</a:t>
            </a:r>
            <a:endParaRPr lang="en-US" sz="1283" dirty="0"/>
          </a:p>
        </p:txBody>
      </p:sp>
      <p:sp>
        <p:nvSpPr>
          <p:cNvPr id="15" name="Text 12"/>
          <p:cNvSpPr/>
          <p:nvPr/>
        </p:nvSpPr>
        <p:spPr>
          <a:xfrm>
            <a:off x="2419350" y="361473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16" name="Text 13"/>
          <p:cNvSpPr/>
          <p:nvPr/>
        </p:nvSpPr>
        <p:spPr>
          <a:xfrm>
            <a:off x="2419350" y="3838575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76488" y="2595563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18" name="Text 15"/>
          <p:cNvSpPr/>
          <p:nvPr/>
        </p:nvSpPr>
        <p:spPr>
          <a:xfrm>
            <a:off x="2376488" y="2819400"/>
            <a:ext cx="402431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19350" y="3495675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5" name="Text 3"/>
          <p:cNvSpPr/>
          <p:nvPr/>
        </p:nvSpPr>
        <p:spPr>
          <a:xfrm>
            <a:off x="2419350" y="3719512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76488" y="2476500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7" name="Text 5"/>
          <p:cNvSpPr/>
          <p:nvPr/>
        </p:nvSpPr>
        <p:spPr>
          <a:xfrm>
            <a:off x="2376488" y="2700338"/>
            <a:ext cx="402431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Cadastrar</a:t>
            </a:r>
            <a:endParaRPr lang="en-US" sz="948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19500" y="1157288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  <p:sp>
        <p:nvSpPr>
          <p:cNvPr id="11" name="Text 8"/>
          <p:cNvSpPr/>
          <p:nvPr/>
        </p:nvSpPr>
        <p:spPr>
          <a:xfrm>
            <a:off x="2376488" y="1666875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376488" y="142398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</a:t>
            </a:r>
            <a:endParaRPr lang="en-US" sz="1392" dirty="0"/>
          </a:p>
        </p:txBody>
      </p:sp>
      <p:sp>
        <p:nvSpPr>
          <p:cNvPr id="13" name="Text 10"/>
          <p:cNvSpPr/>
          <p:nvPr/>
        </p:nvSpPr>
        <p:spPr>
          <a:xfrm rot="10796724">
            <a:off x="2409945" y="180515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 rot="5400000">
            <a:off x="2581275" y="1890713"/>
            <a:ext cx="447675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5550" y="1738313"/>
            <a:ext cx="20538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4"/>
              </a:lnSpc>
              <a:buNone/>
            </a:pPr>
            <a:r>
              <a:rPr lang="en-US" sz="1844" b="1" spc="-3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</a:t>
            </a:r>
            <a:endParaRPr lang="en-US" sz="1844" dirty="0"/>
          </a:p>
        </p:txBody>
      </p:sp>
      <p:sp>
        <p:nvSpPr>
          <p:cNvPr id="16" name="Text 13"/>
          <p:cNvSpPr/>
          <p:nvPr/>
        </p:nvSpPr>
        <p:spPr>
          <a:xfrm>
            <a:off x="3452813" y="4500563"/>
            <a:ext cx="1876425" cy="447675"/>
          </a:xfrm>
          <a:prstGeom prst="roundRect">
            <a:avLst>
              <a:gd name="adj" fmla="val 81702"/>
            </a:avLst>
          </a:prstGeom>
          <a:solidFill>
            <a:srgbClr val="075B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Ver relatorios ou cadastrar funcionario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6813" y="1514475"/>
            <a:ext cx="26908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</a:t>
            </a:r>
            <a:endParaRPr lang="en-US" sz="2455" dirty="0"/>
          </a:p>
        </p:txBody>
      </p:sp>
      <p:sp>
        <p:nvSpPr>
          <p:cNvPr id="7" name="Text 5"/>
          <p:cNvSpPr/>
          <p:nvPr/>
        </p:nvSpPr>
        <p:spPr>
          <a:xfrm>
            <a:off x="1047750" y="4048125"/>
            <a:ext cx="26908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</a:t>
            </a:r>
            <a:endParaRPr lang="en-US" sz="1515" dirty="0"/>
          </a:p>
        </p:txBody>
      </p:sp>
      <p:sp>
        <p:nvSpPr>
          <p:cNvPr id="8" name="Text 6"/>
          <p:cNvSpPr/>
          <p:nvPr/>
        </p:nvSpPr>
        <p:spPr>
          <a:xfrm>
            <a:off x="5000625" y="1338263"/>
            <a:ext cx="3614771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81588" y="1514475"/>
            <a:ext cx="361473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 funcionario</a:t>
            </a:r>
            <a:endParaRPr lang="en-US" sz="2455" dirty="0"/>
          </a:p>
        </p:txBody>
      </p:sp>
      <p:sp>
        <p:nvSpPr>
          <p:cNvPr id="10" name="Text 8"/>
          <p:cNvSpPr/>
          <p:nvPr/>
        </p:nvSpPr>
        <p:spPr>
          <a:xfrm>
            <a:off x="5133975" y="4057650"/>
            <a:ext cx="361473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1"/>
              </a:lnSpc>
              <a:buNone/>
            </a:pPr>
            <a:r>
              <a:rPr lang="en-US" sz="1401" b="1" spc="-2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cadastrar funcionario</a:t>
            </a:r>
            <a:endParaRPr lang="en-US" sz="1401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8363" y="1962150"/>
            <a:ext cx="1847850" cy="184785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9688" y="2009775"/>
            <a:ext cx="1857375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075B2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66813" y="1514475"/>
            <a:ext cx="26908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</a:t>
            </a:r>
            <a:endParaRPr lang="en-US" sz="2455" dirty="0"/>
          </a:p>
        </p:txBody>
      </p:sp>
      <p:sp>
        <p:nvSpPr>
          <p:cNvPr id="6" name="Text 4"/>
          <p:cNvSpPr/>
          <p:nvPr/>
        </p:nvSpPr>
        <p:spPr>
          <a:xfrm>
            <a:off x="1047750" y="4048125"/>
            <a:ext cx="26908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u="sng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</a:t>
            </a:r>
            <a:endParaRPr lang="en-US" sz="1515" dirty="0"/>
          </a:p>
        </p:txBody>
      </p:sp>
      <p:sp>
        <p:nvSpPr>
          <p:cNvPr id="7" name="Text 5"/>
          <p:cNvSpPr/>
          <p:nvPr/>
        </p:nvSpPr>
        <p:spPr>
          <a:xfrm>
            <a:off x="5000625" y="1338263"/>
            <a:ext cx="3614771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81588" y="1514475"/>
            <a:ext cx="361473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 funcionario</a:t>
            </a:r>
            <a:endParaRPr lang="en-US" sz="2455" dirty="0"/>
          </a:p>
        </p:txBody>
      </p:sp>
      <p:sp>
        <p:nvSpPr>
          <p:cNvPr id="9" name="Text 7"/>
          <p:cNvSpPr/>
          <p:nvPr/>
        </p:nvSpPr>
        <p:spPr>
          <a:xfrm>
            <a:off x="5133975" y="4057650"/>
            <a:ext cx="361473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1"/>
              </a:lnSpc>
              <a:buNone/>
            </a:pPr>
            <a:r>
              <a:rPr lang="en-US" sz="1401" b="1" spc="-2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cadastrar funcionario</a:t>
            </a:r>
            <a:endParaRPr lang="en-US" sz="1401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8363" y="1962150"/>
            <a:ext cx="1847850" cy="184785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9688" y="2009775"/>
            <a:ext cx="1857375" cy="18573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Ver relatorios ou cadastrar funcionario</a:t>
            </a:r>
            <a:endParaRPr lang="en-US" sz="948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Ver relatorios ou cadastrar funcionario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00625" y="1338263"/>
            <a:ext cx="3614771" cy="3195638"/>
          </a:xfrm>
          <a:prstGeom prst="roundRect">
            <a:avLst>
              <a:gd name="adj" fmla="val 11446"/>
            </a:avLst>
          </a:prstGeom>
          <a:solidFill>
            <a:srgbClr val="075B2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81588" y="1514475"/>
            <a:ext cx="361473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 funcionario</a:t>
            </a:r>
            <a:endParaRPr lang="en-US" sz="2455" dirty="0"/>
          </a:p>
        </p:txBody>
      </p:sp>
      <p:sp>
        <p:nvSpPr>
          <p:cNvPr id="7" name="Text 5"/>
          <p:cNvSpPr/>
          <p:nvPr/>
        </p:nvSpPr>
        <p:spPr>
          <a:xfrm>
            <a:off x="5133975" y="4057650"/>
            <a:ext cx="361473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1"/>
              </a:lnSpc>
              <a:buNone/>
            </a:pPr>
            <a:r>
              <a:rPr lang="en-US" sz="1401" b="1" u="sng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cadastrar funcionario</a:t>
            </a:r>
            <a:endParaRPr lang="en-US" sz="1401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8363" y="1962150"/>
            <a:ext cx="1847850" cy="1847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166813" y="1514475"/>
            <a:ext cx="26908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</a:t>
            </a:r>
            <a:endParaRPr lang="en-US" sz="2455" dirty="0"/>
          </a:p>
        </p:txBody>
      </p:sp>
      <p:sp>
        <p:nvSpPr>
          <p:cNvPr id="12" name="Text 8"/>
          <p:cNvSpPr/>
          <p:nvPr/>
        </p:nvSpPr>
        <p:spPr>
          <a:xfrm>
            <a:off x="1047750" y="4048125"/>
            <a:ext cx="26908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</a:t>
            </a:r>
            <a:endParaRPr lang="en-US" sz="151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9688" y="2009775"/>
            <a:ext cx="1857375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cadastrar funcionario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62250" y="1119188"/>
            <a:ext cx="361473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 funcionario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314325" y="1595438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342900" y="1819275"/>
            <a:ext cx="358616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14325" y="2562225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CPF</a:t>
            </a:r>
            <a:endParaRPr lang="en-US" sz="1392" dirty="0"/>
          </a:p>
        </p:txBody>
      </p:sp>
      <p:sp>
        <p:nvSpPr>
          <p:cNvPr id="10" name="Text 7"/>
          <p:cNvSpPr/>
          <p:nvPr/>
        </p:nvSpPr>
        <p:spPr>
          <a:xfrm>
            <a:off x="314325" y="2786063"/>
            <a:ext cx="358616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43488" y="1576388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Telefone</a:t>
            </a:r>
            <a:endParaRPr lang="en-US" sz="1392" dirty="0"/>
          </a:p>
        </p:txBody>
      </p:sp>
      <p:sp>
        <p:nvSpPr>
          <p:cNvPr id="12" name="Text 9"/>
          <p:cNvSpPr/>
          <p:nvPr/>
        </p:nvSpPr>
        <p:spPr>
          <a:xfrm>
            <a:off x="5043488" y="1790700"/>
            <a:ext cx="3767138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043488" y="2562225"/>
            <a:ext cx="131445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392" dirty="0"/>
          </a:p>
        </p:txBody>
      </p:sp>
      <p:sp>
        <p:nvSpPr>
          <p:cNvPr id="14" name="Text 11"/>
          <p:cNvSpPr/>
          <p:nvPr/>
        </p:nvSpPr>
        <p:spPr>
          <a:xfrm>
            <a:off x="314325" y="3552825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</a:t>
            </a:r>
            <a:endParaRPr lang="en-US" sz="1392" dirty="0"/>
          </a:p>
        </p:txBody>
      </p:sp>
      <p:sp>
        <p:nvSpPr>
          <p:cNvPr id="15" name="Text 12"/>
          <p:cNvSpPr/>
          <p:nvPr/>
        </p:nvSpPr>
        <p:spPr>
          <a:xfrm>
            <a:off x="314325" y="3776662"/>
            <a:ext cx="3614738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043488" y="2786063"/>
            <a:ext cx="3767138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586538" y="4324350"/>
            <a:ext cx="2185988" cy="4572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 funcionario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cadastrar funcionario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62250" y="1119188"/>
            <a:ext cx="361473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 funcionario</a:t>
            </a:r>
            <a:endParaRPr lang="en-US" sz="2455" dirty="0"/>
          </a:p>
        </p:txBody>
      </p:sp>
      <p:sp>
        <p:nvSpPr>
          <p:cNvPr id="7" name="Text 4"/>
          <p:cNvSpPr/>
          <p:nvPr/>
        </p:nvSpPr>
        <p:spPr>
          <a:xfrm>
            <a:off x="314325" y="1595438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342900" y="1819275"/>
            <a:ext cx="358616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14325" y="2562225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CPF</a:t>
            </a:r>
            <a:endParaRPr lang="en-US" sz="1392" dirty="0"/>
          </a:p>
        </p:txBody>
      </p:sp>
      <p:sp>
        <p:nvSpPr>
          <p:cNvPr id="10" name="Text 7"/>
          <p:cNvSpPr/>
          <p:nvPr/>
        </p:nvSpPr>
        <p:spPr>
          <a:xfrm>
            <a:off x="314325" y="2786063"/>
            <a:ext cx="358616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43488" y="1576388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Telefone</a:t>
            </a:r>
            <a:endParaRPr lang="en-US" sz="1392" dirty="0"/>
          </a:p>
        </p:txBody>
      </p:sp>
      <p:sp>
        <p:nvSpPr>
          <p:cNvPr id="12" name="Text 9"/>
          <p:cNvSpPr/>
          <p:nvPr/>
        </p:nvSpPr>
        <p:spPr>
          <a:xfrm>
            <a:off x="5043488" y="1790700"/>
            <a:ext cx="3767138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043488" y="2562225"/>
            <a:ext cx="131445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392" dirty="0"/>
          </a:p>
        </p:txBody>
      </p:sp>
      <p:sp>
        <p:nvSpPr>
          <p:cNvPr id="14" name="Text 11"/>
          <p:cNvSpPr/>
          <p:nvPr/>
        </p:nvSpPr>
        <p:spPr>
          <a:xfrm>
            <a:off x="314325" y="3552825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</a:t>
            </a:r>
            <a:endParaRPr lang="en-US" sz="1392" dirty="0"/>
          </a:p>
        </p:txBody>
      </p:sp>
      <p:sp>
        <p:nvSpPr>
          <p:cNvPr id="15" name="Text 12"/>
          <p:cNvSpPr/>
          <p:nvPr/>
        </p:nvSpPr>
        <p:spPr>
          <a:xfrm>
            <a:off x="314325" y="3776662"/>
            <a:ext cx="3614738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043488" y="2786063"/>
            <a:ext cx="3767138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586538" y="4324350"/>
            <a:ext cx="2185988" cy="457200"/>
          </a:xfrm>
          <a:prstGeom prst="roundRect">
            <a:avLst>
              <a:gd name="adj" fmla="val 80000"/>
            </a:avLst>
          </a:prstGeom>
          <a:solidFill>
            <a:srgbClr val="075B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 funcionario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452438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963" y="457200"/>
            <a:ext cx="8982075" cy="4519613"/>
          </a:xfrm>
          <a:prstGeom prst="roundRect">
            <a:avLst>
              <a:gd name="adj" fmla="val 809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85975" y="2166938"/>
            <a:ext cx="512445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39"/>
              </a:lnSpc>
              <a:buNone/>
            </a:pPr>
            <a:r>
              <a:rPr lang="en-US" sz="3287" b="1" spc="-6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funcionário foi cadastrado</a:t>
            </a:r>
            <a:endParaRPr lang="en-US" sz="3287" dirty="0"/>
          </a:p>
        </p:txBody>
      </p:sp>
      <p:sp>
        <p:nvSpPr>
          <p:cNvPr id="8" name="Text 5"/>
          <p:cNvSpPr/>
          <p:nvPr/>
        </p:nvSpPr>
        <p:spPr>
          <a:xfrm>
            <a:off x="3581400" y="4324350"/>
            <a:ext cx="2133600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Voltar a tela de cadastro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471738" y="776288"/>
            <a:ext cx="421005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Cadastrar funcionario</a:t>
            </a:r>
            <a:endParaRPr lang="en-US" sz="245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cadastrar funcionario</a:t>
            </a:r>
            <a:endParaRPr lang="en-US" sz="948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Ver relatorios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91138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6263" y="1481138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141" b="1" spc="-43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 do estoque</a:t>
            </a:r>
            <a:endParaRPr lang="en-US" sz="2141" dirty="0"/>
          </a:p>
        </p:txBody>
      </p:sp>
      <p:sp>
        <p:nvSpPr>
          <p:cNvPr id="9" name="Text 6"/>
          <p:cNvSpPr/>
          <p:nvPr/>
        </p:nvSpPr>
        <p:spPr>
          <a:xfrm>
            <a:off x="5386388" y="1528763"/>
            <a:ext cx="3514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1"/>
              </a:lnSpc>
              <a:buNone/>
            </a:pPr>
            <a:r>
              <a:rPr lang="en-US" sz="1792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 de pagamentos</a:t>
            </a:r>
            <a:endParaRPr lang="en-US" sz="1792" dirty="0"/>
          </a:p>
        </p:txBody>
      </p:sp>
      <p:sp>
        <p:nvSpPr>
          <p:cNvPr id="10" name="Text 7"/>
          <p:cNvSpPr/>
          <p:nvPr/>
        </p:nvSpPr>
        <p:spPr>
          <a:xfrm>
            <a:off x="547688" y="4024313"/>
            <a:ext cx="36480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 do estoque</a:t>
            </a:r>
            <a:endParaRPr lang="en-US" sz="1515" dirty="0"/>
          </a:p>
        </p:txBody>
      </p:sp>
      <p:sp>
        <p:nvSpPr>
          <p:cNvPr id="11" name="Text 8"/>
          <p:cNvSpPr/>
          <p:nvPr/>
        </p:nvSpPr>
        <p:spPr>
          <a:xfrm>
            <a:off x="5419725" y="4057650"/>
            <a:ext cx="34480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7"/>
              </a:lnSpc>
              <a:buNone/>
            </a:pPr>
            <a:r>
              <a:rPr lang="en-US" sz="1273" b="1" spc="-25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 de pagamentos</a:t>
            </a:r>
            <a:endParaRPr lang="en-US" sz="1273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19213" y="1938337"/>
            <a:ext cx="1966912" cy="196691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8388" y="1828800"/>
            <a:ext cx="1985963" cy="198596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Ver relatorios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91138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6263" y="1481138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141" b="1" spc="-4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 do estoque</a:t>
            </a:r>
            <a:endParaRPr lang="en-US" sz="2141" dirty="0"/>
          </a:p>
        </p:txBody>
      </p:sp>
      <p:sp>
        <p:nvSpPr>
          <p:cNvPr id="9" name="Text 6"/>
          <p:cNvSpPr/>
          <p:nvPr/>
        </p:nvSpPr>
        <p:spPr>
          <a:xfrm>
            <a:off x="5386388" y="1528763"/>
            <a:ext cx="3514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1"/>
              </a:lnSpc>
              <a:buNone/>
            </a:pPr>
            <a:r>
              <a:rPr lang="en-US" sz="1792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 de pagamentos</a:t>
            </a:r>
            <a:endParaRPr lang="en-US" sz="1792" dirty="0"/>
          </a:p>
        </p:txBody>
      </p:sp>
      <p:sp>
        <p:nvSpPr>
          <p:cNvPr id="10" name="Text 7"/>
          <p:cNvSpPr/>
          <p:nvPr/>
        </p:nvSpPr>
        <p:spPr>
          <a:xfrm>
            <a:off x="547688" y="4024313"/>
            <a:ext cx="36480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u="sng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 do estoque</a:t>
            </a:r>
            <a:endParaRPr lang="en-US" sz="1515" dirty="0"/>
          </a:p>
        </p:txBody>
      </p:sp>
      <p:sp>
        <p:nvSpPr>
          <p:cNvPr id="11" name="Text 8"/>
          <p:cNvSpPr/>
          <p:nvPr/>
        </p:nvSpPr>
        <p:spPr>
          <a:xfrm>
            <a:off x="5419725" y="4057650"/>
            <a:ext cx="34480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7"/>
              </a:lnSpc>
              <a:buNone/>
            </a:pPr>
            <a:r>
              <a:rPr lang="en-US" sz="1273" b="1" spc="-25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 de pagamentos</a:t>
            </a:r>
            <a:endParaRPr lang="en-US" sz="1273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19213" y="1938337"/>
            <a:ext cx="1966912" cy="196691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8388" y="1828800"/>
            <a:ext cx="1985963" cy="198596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609600"/>
            <a:ext cx="8982075" cy="4362450"/>
          </a:xfrm>
          <a:prstGeom prst="roundRect">
            <a:avLst>
              <a:gd name="adj" fmla="val 8384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3362" y="1695450"/>
            <a:ext cx="8677275" cy="2919413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2185988"/>
            <a:ext cx="1738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 2x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800100" y="2185988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</a:t>
            </a:r>
            <a:pPr algn="l" indent="0" marL="0">
              <a:lnSpc>
                <a:spcPts val="1693"/>
              </a:lnSpc>
              <a:buNone/>
            </a:pPr>
            <a:r>
              <a:rPr lang="en-US" sz="1283" b="1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814388" y="2528888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Esfira de carne 2X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842963" y="2867025"/>
            <a:ext cx="1138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 3x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361950" y="1766888"/>
            <a:ext cx="130268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 ←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Bebidas →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Doces →</a:t>
            </a:r>
            <a:endParaRPr lang="en-US" sz="1608" dirty="0"/>
          </a:p>
        </p:txBody>
      </p:sp>
      <p:sp>
        <p:nvSpPr>
          <p:cNvPr id="11" name="Text 9"/>
          <p:cNvSpPr/>
          <p:nvPr/>
        </p:nvSpPr>
        <p:spPr>
          <a:xfrm>
            <a:off x="276225" y="866775"/>
            <a:ext cx="1638300" cy="671513"/>
          </a:xfrm>
          <a:prstGeom prst="roundRect">
            <a:avLst>
              <a:gd name="adj" fmla="val 5446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43113" y="857250"/>
            <a:ext cx="1547813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66950" y="962025"/>
            <a:ext cx="10525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vendidos</a:t>
            </a:r>
            <a:endParaRPr lang="en-US" sz="1601" dirty="0"/>
          </a:p>
        </p:txBody>
      </p:sp>
      <p:sp>
        <p:nvSpPr>
          <p:cNvPr id="14" name="Text 12"/>
          <p:cNvSpPr/>
          <p:nvPr/>
        </p:nvSpPr>
        <p:spPr>
          <a:xfrm>
            <a:off x="3810000" y="857250"/>
            <a:ext cx="1581150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71938" y="10906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601" dirty="0"/>
          </a:p>
        </p:txBody>
      </p:sp>
      <p:sp>
        <p:nvSpPr>
          <p:cNvPr id="16" name="Text 14"/>
          <p:cNvSpPr/>
          <p:nvPr/>
        </p:nvSpPr>
        <p:spPr>
          <a:xfrm>
            <a:off x="5576888" y="857250"/>
            <a:ext cx="1519238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10250" y="1057275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Graficos</a:t>
            </a:r>
            <a:endParaRPr lang="en-US" sz="1601" dirty="0"/>
          </a:p>
        </p:txBody>
      </p:sp>
      <p:sp>
        <p:nvSpPr>
          <p:cNvPr id="18" name="Text 16"/>
          <p:cNvSpPr/>
          <p:nvPr/>
        </p:nvSpPr>
        <p:spPr>
          <a:xfrm>
            <a:off x="7281863" y="876300"/>
            <a:ext cx="1524000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8163" y="962025"/>
            <a:ext cx="10525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atual</a:t>
            </a:r>
            <a:endParaRPr lang="en-US" sz="1601" dirty="0"/>
          </a:p>
        </p:txBody>
      </p:sp>
      <p:sp>
        <p:nvSpPr>
          <p:cNvPr id="20" name="Text 18"/>
          <p:cNvSpPr/>
          <p:nvPr/>
        </p:nvSpPr>
        <p:spPr>
          <a:xfrm>
            <a:off x="7205663" y="962025"/>
            <a:ext cx="1762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6"/>
              </a:lnSpc>
              <a:buNone/>
            </a:pPr>
            <a:r>
              <a:rPr lang="en-US" sz="1597" b="1" spc="-3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 itens cadastrado</a:t>
            </a:r>
            <a:endParaRPr lang="en-US" sz="1597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visualizar estoque</a:t>
            </a:r>
            <a:endParaRPr lang="en-US" sz="948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3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609600"/>
            <a:ext cx="8982075" cy="4362450"/>
          </a:xfrm>
          <a:prstGeom prst="roundRect">
            <a:avLst>
              <a:gd name="adj" fmla="val 8384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3362" y="1695450"/>
            <a:ext cx="8677275" cy="2919413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95950" y="1757363"/>
            <a:ext cx="3128963" cy="2776538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8350" y="2562225"/>
            <a:ext cx="1700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Esfira de carne 2x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7310438" y="4086225"/>
            <a:ext cx="1381125" cy="366713"/>
          </a:xfrm>
          <a:prstGeom prst="roundRect">
            <a:avLst>
              <a:gd name="adj" fmla="val 79792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Voltar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91200" y="1800225"/>
            <a:ext cx="2967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spc="-2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reladorios dos itens adicionados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800100" y="2185988"/>
            <a:ext cx="1738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 2x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5848350" y="2262188"/>
            <a:ext cx="1738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 2x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800100" y="2185988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</a:t>
            </a:r>
            <a:endParaRPr lang="en-US" sz="1283" dirty="0"/>
          </a:p>
        </p:txBody>
      </p:sp>
      <p:sp>
        <p:nvSpPr>
          <p:cNvPr id="13" name="Text 11"/>
          <p:cNvSpPr/>
          <p:nvPr/>
        </p:nvSpPr>
        <p:spPr>
          <a:xfrm>
            <a:off x="814388" y="2528888"/>
            <a:ext cx="1700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Esfira de carne 2x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842963" y="2867025"/>
            <a:ext cx="1138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 3x</a:t>
            </a:r>
            <a:endParaRPr lang="en-US" sz="1283" dirty="0"/>
          </a:p>
        </p:txBody>
      </p:sp>
      <p:sp>
        <p:nvSpPr>
          <p:cNvPr id="15" name="Text 13"/>
          <p:cNvSpPr/>
          <p:nvPr/>
        </p:nvSpPr>
        <p:spPr>
          <a:xfrm>
            <a:off x="5848350" y="2876550"/>
            <a:ext cx="1138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 3x</a:t>
            </a:r>
            <a:endParaRPr lang="en-US" sz="1283" dirty="0"/>
          </a:p>
        </p:txBody>
      </p:sp>
      <p:sp>
        <p:nvSpPr>
          <p:cNvPr id="16" name="Text 14"/>
          <p:cNvSpPr/>
          <p:nvPr/>
        </p:nvSpPr>
        <p:spPr>
          <a:xfrm>
            <a:off x="361950" y="1766888"/>
            <a:ext cx="130268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 ←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Bebidas →</a:t>
            </a:r>
            <a:endParaRPr lang="en-US" sz="1608" dirty="0"/>
          </a:p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Doces →</a:t>
            </a:r>
            <a:endParaRPr lang="en-US" sz="1608" dirty="0"/>
          </a:p>
        </p:txBody>
      </p:sp>
      <p:sp>
        <p:nvSpPr>
          <p:cNvPr id="17" name="Text 15"/>
          <p:cNvSpPr/>
          <p:nvPr/>
        </p:nvSpPr>
        <p:spPr>
          <a:xfrm>
            <a:off x="276225" y="866775"/>
            <a:ext cx="1638300" cy="671513"/>
          </a:xfrm>
          <a:prstGeom prst="roundRect">
            <a:avLst>
              <a:gd name="adj" fmla="val 5446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43113" y="857250"/>
            <a:ext cx="1547813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66950" y="962025"/>
            <a:ext cx="10525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vendidos</a:t>
            </a:r>
            <a:endParaRPr lang="en-US" sz="1601" dirty="0"/>
          </a:p>
        </p:txBody>
      </p:sp>
      <p:sp>
        <p:nvSpPr>
          <p:cNvPr id="20" name="Text 18"/>
          <p:cNvSpPr/>
          <p:nvPr/>
        </p:nvSpPr>
        <p:spPr>
          <a:xfrm>
            <a:off x="3810000" y="857250"/>
            <a:ext cx="1581150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71938" y="10906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601" dirty="0"/>
          </a:p>
        </p:txBody>
      </p:sp>
      <p:sp>
        <p:nvSpPr>
          <p:cNvPr id="22" name="Text 20"/>
          <p:cNvSpPr/>
          <p:nvPr/>
        </p:nvSpPr>
        <p:spPr>
          <a:xfrm>
            <a:off x="5576888" y="857250"/>
            <a:ext cx="1519238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10250" y="1057275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Graficos</a:t>
            </a:r>
            <a:endParaRPr lang="en-US" sz="1601" dirty="0"/>
          </a:p>
        </p:txBody>
      </p:sp>
      <p:sp>
        <p:nvSpPr>
          <p:cNvPr id="24" name="Text 22"/>
          <p:cNvSpPr/>
          <p:nvPr/>
        </p:nvSpPr>
        <p:spPr>
          <a:xfrm>
            <a:off x="7281863" y="876300"/>
            <a:ext cx="1524000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8163" y="962025"/>
            <a:ext cx="10525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atual</a:t>
            </a:r>
            <a:endParaRPr lang="en-US" sz="1601" dirty="0"/>
          </a:p>
        </p:txBody>
      </p:sp>
      <p:sp>
        <p:nvSpPr>
          <p:cNvPr id="26" name="Text 24"/>
          <p:cNvSpPr/>
          <p:nvPr/>
        </p:nvSpPr>
        <p:spPr>
          <a:xfrm>
            <a:off x="7205663" y="962025"/>
            <a:ext cx="1762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6"/>
              </a:lnSpc>
              <a:buNone/>
            </a:pPr>
            <a:r>
              <a:rPr lang="en-US" sz="1597" b="1" spc="-3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 itens cadastrado</a:t>
            </a:r>
            <a:endParaRPr lang="en-US" sz="1597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visualizar estoque</a:t>
            </a:r>
            <a:endParaRPr lang="en-US" sz="948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Ver relatorios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91138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6263" y="1481138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141" b="1" spc="-43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 do estoque</a:t>
            </a:r>
            <a:endParaRPr lang="en-US" sz="2141" dirty="0"/>
          </a:p>
        </p:txBody>
      </p:sp>
      <p:sp>
        <p:nvSpPr>
          <p:cNvPr id="9" name="Text 6"/>
          <p:cNvSpPr/>
          <p:nvPr/>
        </p:nvSpPr>
        <p:spPr>
          <a:xfrm>
            <a:off x="5386388" y="1528763"/>
            <a:ext cx="3514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1"/>
              </a:lnSpc>
              <a:buNone/>
            </a:pPr>
            <a:r>
              <a:rPr lang="en-US" sz="1792" b="1" spc="-3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relatorios de pagamentos</a:t>
            </a:r>
            <a:endParaRPr lang="en-US" sz="1792" dirty="0"/>
          </a:p>
        </p:txBody>
      </p:sp>
      <p:sp>
        <p:nvSpPr>
          <p:cNvPr id="10" name="Text 7"/>
          <p:cNvSpPr/>
          <p:nvPr/>
        </p:nvSpPr>
        <p:spPr>
          <a:xfrm>
            <a:off x="547688" y="4024313"/>
            <a:ext cx="36480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 do estoque</a:t>
            </a:r>
            <a:endParaRPr lang="en-US" sz="1515" dirty="0"/>
          </a:p>
        </p:txBody>
      </p:sp>
      <p:sp>
        <p:nvSpPr>
          <p:cNvPr id="11" name="Text 8"/>
          <p:cNvSpPr/>
          <p:nvPr/>
        </p:nvSpPr>
        <p:spPr>
          <a:xfrm>
            <a:off x="5419725" y="4057650"/>
            <a:ext cx="34480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7"/>
              </a:lnSpc>
              <a:buNone/>
            </a:pPr>
            <a:r>
              <a:rPr lang="en-US" sz="1273" b="1" u="sng" spc="-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ver relatorios de pagamentos</a:t>
            </a:r>
            <a:endParaRPr lang="en-US" sz="1273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19213" y="1938337"/>
            <a:ext cx="1966912" cy="196691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8388" y="1828800"/>
            <a:ext cx="1985963" cy="198596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8975" y="-4762"/>
            <a:ext cx="269557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1"/>
              </a:lnSpc>
              <a:buNone/>
            </a:pPr>
            <a:r>
              <a:rPr lang="en-US" sz="2288" b="1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2288" dirty="0"/>
          </a:p>
        </p:txBody>
      </p:sp>
      <p:sp>
        <p:nvSpPr>
          <p:cNvPr id="4" name="Shape 1"/>
          <p:cNvSpPr/>
          <p:nvPr/>
        </p:nvSpPr>
        <p:spPr>
          <a:xfrm rot="-32689">
            <a:off x="3319404" y="412413"/>
            <a:ext cx="2600441" cy="0"/>
          </a:xfrm>
          <a:prstGeom prst="line">
            <a:avLst/>
          </a:prstGeom>
          <a:noFill/>
          <a:ln w="32292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" y="609600"/>
            <a:ext cx="8982075" cy="4362450"/>
          </a:xfrm>
          <a:prstGeom prst="roundRect">
            <a:avLst>
              <a:gd name="adj" fmla="val 8384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3362" y="1695450"/>
            <a:ext cx="8677275" cy="3057525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3362" y="1681163"/>
            <a:ext cx="252413" cy="3057525"/>
          </a:xfrm>
          <a:prstGeom prst="rect">
            <a:avLst/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33362" y="1695450"/>
            <a:ext cx="252413" cy="390525"/>
          </a:xfrm>
          <a:prstGeom prst="rect">
            <a:avLst/>
          </a:prstGeom>
          <a:solidFill>
            <a:srgbClr val="7E7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1088" y="1976438"/>
            <a:ext cx="3938588" cy="2362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6225" y="866775"/>
            <a:ext cx="1638300" cy="671513"/>
          </a:xfrm>
          <a:prstGeom prst="roundRect">
            <a:avLst>
              <a:gd name="adj" fmla="val 5446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43113" y="857250"/>
            <a:ext cx="1547813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147888" y="962025"/>
            <a:ext cx="12477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Taxas da plataforma</a:t>
            </a:r>
            <a:endParaRPr lang="en-US" sz="1601" dirty="0"/>
          </a:p>
        </p:txBody>
      </p:sp>
      <p:sp>
        <p:nvSpPr>
          <p:cNvPr id="13" name="Text 9"/>
          <p:cNvSpPr/>
          <p:nvPr/>
        </p:nvSpPr>
        <p:spPr>
          <a:xfrm>
            <a:off x="3810000" y="857250"/>
            <a:ext cx="1581150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71938" y="1090613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601" dirty="0"/>
          </a:p>
        </p:txBody>
      </p:sp>
      <p:sp>
        <p:nvSpPr>
          <p:cNvPr id="15" name="Text 11"/>
          <p:cNvSpPr/>
          <p:nvPr/>
        </p:nvSpPr>
        <p:spPr>
          <a:xfrm>
            <a:off x="5576888" y="857250"/>
            <a:ext cx="1519238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85775" y="1062038"/>
            <a:ext cx="10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Graficos</a:t>
            </a:r>
            <a:endParaRPr lang="en-US" sz="1601" dirty="0"/>
          </a:p>
        </p:txBody>
      </p:sp>
      <p:sp>
        <p:nvSpPr>
          <p:cNvPr id="17" name="Text 13"/>
          <p:cNvSpPr/>
          <p:nvPr/>
        </p:nvSpPr>
        <p:spPr>
          <a:xfrm>
            <a:off x="7281863" y="876300"/>
            <a:ext cx="1524000" cy="681038"/>
          </a:xfrm>
          <a:prstGeom prst="roundRect">
            <a:avLst>
              <a:gd name="adj" fmla="val 53706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810250" y="942975"/>
            <a:ext cx="10525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liquido</a:t>
            </a:r>
            <a:endParaRPr lang="en-US" sz="1601" dirty="0"/>
          </a:p>
        </p:txBody>
      </p:sp>
      <p:sp>
        <p:nvSpPr>
          <p:cNvPr id="19" name="Text 15"/>
          <p:cNvSpPr/>
          <p:nvPr/>
        </p:nvSpPr>
        <p:spPr>
          <a:xfrm>
            <a:off x="7205663" y="962025"/>
            <a:ext cx="1762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6"/>
              </a:lnSpc>
              <a:buNone/>
            </a:pPr>
            <a:r>
              <a:rPr lang="en-US" sz="1597" b="1" spc="-3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Faturamento bruto</a:t>
            </a:r>
            <a:endParaRPr lang="en-US" sz="1597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67750" y="52388"/>
            <a:ext cx="400050" cy="4000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cadastrar funcionario</a:t>
            </a:r>
            <a:endParaRPr lang="en-US" sz="948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0100" y="1976438"/>
            <a:ext cx="3938588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1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19350" y="3495675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6" name="Text 3"/>
          <p:cNvSpPr/>
          <p:nvPr/>
        </p:nvSpPr>
        <p:spPr>
          <a:xfrm>
            <a:off x="2419350" y="3719512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76488" y="2476500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2376488" y="2700338"/>
            <a:ext cx="402431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Login</a:t>
            </a:r>
            <a:endParaRPr lang="en-US" sz="948" dirty="0"/>
          </a:p>
        </p:txBody>
      </p:sp>
      <p:sp>
        <p:nvSpPr>
          <p:cNvPr id="10" name="Text 7"/>
          <p:cNvSpPr/>
          <p:nvPr/>
        </p:nvSpPr>
        <p:spPr>
          <a:xfrm>
            <a:off x="3581400" y="4533900"/>
            <a:ext cx="1771650" cy="328613"/>
          </a:xfrm>
          <a:prstGeom prst="roundRect">
            <a:avLst>
              <a:gd name="adj" fmla="val 111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9500" y="1157288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  <p:sp>
        <p:nvSpPr>
          <p:cNvPr id="13" name="Text 9"/>
          <p:cNvSpPr/>
          <p:nvPr/>
        </p:nvSpPr>
        <p:spPr>
          <a:xfrm>
            <a:off x="2376488" y="1666875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376488" y="142398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</a:t>
            </a:r>
            <a:endParaRPr lang="en-US" sz="1392" dirty="0"/>
          </a:p>
        </p:txBody>
      </p:sp>
      <p:sp>
        <p:nvSpPr>
          <p:cNvPr id="15" name="Text 11"/>
          <p:cNvSpPr/>
          <p:nvPr/>
        </p:nvSpPr>
        <p:spPr>
          <a:xfrm rot="10796724">
            <a:off x="2409945" y="180515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 rot="5400000">
            <a:off x="2581275" y="1890713"/>
            <a:ext cx="447675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Login</a:t>
            </a:r>
            <a:endParaRPr lang="en-US" sz="948" dirty="0"/>
          </a:p>
        </p:txBody>
      </p:sp>
      <p:sp>
        <p:nvSpPr>
          <p:cNvPr id="5" name="Text 3"/>
          <p:cNvSpPr/>
          <p:nvPr/>
        </p:nvSpPr>
        <p:spPr>
          <a:xfrm>
            <a:off x="3581400" y="4533900"/>
            <a:ext cx="1771650" cy="328613"/>
          </a:xfrm>
          <a:prstGeom prst="roundRect">
            <a:avLst>
              <a:gd name="adj" fmla="val 111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9500" y="1157288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  <p:sp>
        <p:nvSpPr>
          <p:cNvPr id="8" name="Text 5"/>
          <p:cNvSpPr/>
          <p:nvPr/>
        </p:nvSpPr>
        <p:spPr>
          <a:xfrm>
            <a:off x="2376488" y="1666875"/>
            <a:ext cx="3948112" cy="809625"/>
          </a:xfrm>
          <a:prstGeom prst="roundRect">
            <a:avLst>
              <a:gd name="adj" fmla="val 22588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76488" y="142398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</a:t>
            </a:r>
            <a:endParaRPr lang="en-US" sz="1392" dirty="0"/>
          </a:p>
        </p:txBody>
      </p:sp>
      <p:sp>
        <p:nvSpPr>
          <p:cNvPr id="10" name="Text 7"/>
          <p:cNvSpPr/>
          <p:nvPr/>
        </p:nvSpPr>
        <p:spPr>
          <a:xfrm rot="5425515">
            <a:off x="2406478" y="1772487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 rot="5439513">
            <a:off x="2390748" y="2062163"/>
            <a:ext cx="828730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3825">
            <a:off x="2809875" y="2062163"/>
            <a:ext cx="3552854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76513" y="1785938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2719388" y="2176463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Funcionário</a:t>
            </a:r>
            <a:endParaRPr lang="en-US" sz="1283" dirty="0"/>
          </a:p>
        </p:txBody>
      </p:sp>
      <p:sp>
        <p:nvSpPr>
          <p:cNvPr id="15" name="Text 12"/>
          <p:cNvSpPr/>
          <p:nvPr/>
        </p:nvSpPr>
        <p:spPr>
          <a:xfrm>
            <a:off x="2419350" y="361473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16" name="Text 13"/>
          <p:cNvSpPr/>
          <p:nvPr/>
        </p:nvSpPr>
        <p:spPr>
          <a:xfrm>
            <a:off x="2419350" y="3838575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76488" y="2595563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18" name="Text 15"/>
          <p:cNvSpPr/>
          <p:nvPr/>
        </p:nvSpPr>
        <p:spPr>
          <a:xfrm>
            <a:off x="2376488" y="2819400"/>
            <a:ext cx="402431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3702">
            <a:off x="3738527" y="1045369"/>
            <a:ext cx="145739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19350" y="3495675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</a:t>
            </a:r>
            <a:endParaRPr lang="en-US" sz="1392" dirty="0"/>
          </a:p>
        </p:txBody>
      </p:sp>
      <p:sp>
        <p:nvSpPr>
          <p:cNvPr id="5" name="Text 3"/>
          <p:cNvSpPr/>
          <p:nvPr/>
        </p:nvSpPr>
        <p:spPr>
          <a:xfrm>
            <a:off x="2419350" y="3719512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76488" y="2476500"/>
            <a:ext cx="1405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392" dirty="0"/>
          </a:p>
        </p:txBody>
      </p:sp>
      <p:sp>
        <p:nvSpPr>
          <p:cNvPr id="7" name="Text 5"/>
          <p:cNvSpPr/>
          <p:nvPr/>
        </p:nvSpPr>
        <p:spPr>
          <a:xfrm>
            <a:off x="2376488" y="2700338"/>
            <a:ext cx="4024313" cy="461963"/>
          </a:xfrm>
          <a:prstGeom prst="roundRect">
            <a:avLst>
              <a:gd name="adj" fmla="val 3958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" y="90488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Login</a:t>
            </a:r>
            <a:endParaRPr lang="en-US" sz="948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19500" y="1157288"/>
            <a:ext cx="21050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84" b="1" spc="-4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Cadastre-se</a:t>
            </a:r>
            <a:endParaRPr lang="en-US" sz="2084" dirty="0"/>
          </a:p>
        </p:txBody>
      </p:sp>
      <p:sp>
        <p:nvSpPr>
          <p:cNvPr id="11" name="Text 8"/>
          <p:cNvSpPr/>
          <p:nvPr/>
        </p:nvSpPr>
        <p:spPr>
          <a:xfrm>
            <a:off x="2376488" y="1666875"/>
            <a:ext cx="3943350" cy="447675"/>
          </a:xfrm>
          <a:prstGeom prst="roundRect">
            <a:avLst>
              <a:gd name="adj" fmla="val 40851"/>
            </a:avLst>
          </a:prstGeom>
          <a:solidFill>
            <a:srgbClr val="FFFFFF"/>
          </a:solidFill>
          <a:ln>
            <a:solidFill>
              <a:srgbClr val="074A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376488" y="1423988"/>
            <a:ext cx="140697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2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</a:t>
            </a:r>
            <a:endParaRPr lang="en-US" sz="1392" dirty="0"/>
          </a:p>
        </p:txBody>
      </p:sp>
      <p:sp>
        <p:nvSpPr>
          <p:cNvPr id="13" name="Text 10"/>
          <p:cNvSpPr/>
          <p:nvPr/>
        </p:nvSpPr>
        <p:spPr>
          <a:xfrm rot="10796724">
            <a:off x="2409945" y="180515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 rot="5400000">
            <a:off x="2581275" y="1890713"/>
            <a:ext cx="447675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90800" y="1719263"/>
            <a:ext cx="20538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4"/>
              </a:lnSpc>
              <a:buNone/>
            </a:pPr>
            <a:r>
              <a:rPr lang="en-US" sz="1844" b="1" spc="-3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Funcionário</a:t>
            </a:r>
            <a:endParaRPr lang="en-US" sz="1844" dirty="0"/>
          </a:p>
        </p:txBody>
      </p:sp>
      <p:sp>
        <p:nvSpPr>
          <p:cNvPr id="16" name="Text 13"/>
          <p:cNvSpPr/>
          <p:nvPr/>
        </p:nvSpPr>
        <p:spPr>
          <a:xfrm>
            <a:off x="3452813" y="4500563"/>
            <a:ext cx="1876425" cy="447675"/>
          </a:xfrm>
          <a:prstGeom prst="roundRect">
            <a:avLst>
              <a:gd name="adj" fmla="val 81702"/>
            </a:avLst>
          </a:prstGeom>
          <a:solidFill>
            <a:srgbClr val="075B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Cadastrar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gerenciar estoque/ver info. dos clientes </a:t>
            </a:r>
            <a:endParaRPr lang="en-US" sz="948" dirty="0"/>
          </a:p>
        </p:txBody>
      </p:sp>
      <p:sp>
        <p:nvSpPr>
          <p:cNvPr id="4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5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00625" y="1338263"/>
            <a:ext cx="3614771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7713" y="1514475"/>
            <a:ext cx="329088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Gerenciar estoque</a:t>
            </a:r>
            <a:endParaRPr lang="en-US" sz="2455" dirty="0"/>
          </a:p>
        </p:txBody>
      </p:sp>
      <p:sp>
        <p:nvSpPr>
          <p:cNvPr id="9" name="Text 6"/>
          <p:cNvSpPr/>
          <p:nvPr/>
        </p:nvSpPr>
        <p:spPr>
          <a:xfrm>
            <a:off x="5824538" y="1514475"/>
            <a:ext cx="21574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Info. clientes</a:t>
            </a:r>
            <a:endParaRPr lang="en-US" sz="2455" dirty="0"/>
          </a:p>
        </p:txBody>
      </p:sp>
      <p:sp>
        <p:nvSpPr>
          <p:cNvPr id="10" name="Text 7"/>
          <p:cNvSpPr/>
          <p:nvPr/>
        </p:nvSpPr>
        <p:spPr>
          <a:xfrm>
            <a:off x="1247775" y="3976687"/>
            <a:ext cx="1976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gerenciar o estoque</a:t>
            </a:r>
            <a:endParaRPr lang="en-US" sz="1515" dirty="0"/>
          </a:p>
        </p:txBody>
      </p:sp>
      <p:sp>
        <p:nvSpPr>
          <p:cNvPr id="11" name="Text 8"/>
          <p:cNvSpPr/>
          <p:nvPr/>
        </p:nvSpPr>
        <p:spPr>
          <a:xfrm>
            <a:off x="5724525" y="3948112"/>
            <a:ext cx="21717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1"/>
              </a:lnSpc>
              <a:buNone/>
            </a:pPr>
            <a:r>
              <a:rPr lang="en-US" sz="1401" b="1" spc="-2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ver informações de clientes</a:t>
            </a:r>
            <a:endParaRPr lang="en-US" sz="1401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52538" y="1962150"/>
            <a:ext cx="1971675" cy="1971675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7888" y="2000250"/>
            <a:ext cx="1890713" cy="189071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gerenciar estoque/ver info. dos clientes </a:t>
            </a:r>
            <a:endParaRPr lang="en-US" sz="948" dirty="0"/>
          </a:p>
        </p:txBody>
      </p:sp>
      <p:sp>
        <p:nvSpPr>
          <p:cNvPr id="4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5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00625" y="1338263"/>
            <a:ext cx="3614771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7713" y="1514475"/>
            <a:ext cx="329088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Gerenciar estoque</a:t>
            </a:r>
            <a:endParaRPr lang="en-US" sz="2455" dirty="0"/>
          </a:p>
        </p:txBody>
      </p:sp>
      <p:sp>
        <p:nvSpPr>
          <p:cNvPr id="9" name="Text 6"/>
          <p:cNvSpPr/>
          <p:nvPr/>
        </p:nvSpPr>
        <p:spPr>
          <a:xfrm>
            <a:off x="5824538" y="1514475"/>
            <a:ext cx="21574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Info. clientes</a:t>
            </a:r>
            <a:endParaRPr lang="en-US" sz="2455" dirty="0"/>
          </a:p>
        </p:txBody>
      </p:sp>
      <p:sp>
        <p:nvSpPr>
          <p:cNvPr id="10" name="Text 7"/>
          <p:cNvSpPr/>
          <p:nvPr/>
        </p:nvSpPr>
        <p:spPr>
          <a:xfrm>
            <a:off x="1247775" y="3976687"/>
            <a:ext cx="1976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u="sng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gerenciar o estoque</a:t>
            </a:r>
            <a:endParaRPr lang="en-US" sz="1515" dirty="0"/>
          </a:p>
        </p:txBody>
      </p:sp>
      <p:sp>
        <p:nvSpPr>
          <p:cNvPr id="11" name="Text 8"/>
          <p:cNvSpPr/>
          <p:nvPr/>
        </p:nvSpPr>
        <p:spPr>
          <a:xfrm>
            <a:off x="5724525" y="3948112"/>
            <a:ext cx="21717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1"/>
              </a:lnSpc>
              <a:buNone/>
            </a:pPr>
            <a:r>
              <a:rPr lang="en-US" sz="1401" b="1" spc="-2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ver informações de clientes</a:t>
            </a:r>
            <a:endParaRPr lang="en-US" sz="1401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66813" y="1866900"/>
            <a:ext cx="2143125" cy="2143125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7888" y="2000250"/>
            <a:ext cx="1890713" cy="189071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gerenciar estoque/ver info. dos clientes </a:t>
            </a:r>
            <a:endParaRPr lang="en-US" sz="948" dirty="0"/>
          </a:p>
        </p:txBody>
      </p:sp>
      <p:sp>
        <p:nvSpPr>
          <p:cNvPr id="4" name="Text 1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5" name="Shape 2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1338263"/>
            <a:ext cx="3576638" cy="3195638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00625" y="1338263"/>
            <a:ext cx="3614771" cy="3195638"/>
          </a:xfrm>
          <a:prstGeom prst="roundRect">
            <a:avLst>
              <a:gd name="adj" fmla="val 11446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7713" y="1514475"/>
            <a:ext cx="3290888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Gerenciar estoque</a:t>
            </a:r>
            <a:endParaRPr lang="en-US" sz="2455" dirty="0"/>
          </a:p>
        </p:txBody>
      </p:sp>
      <p:sp>
        <p:nvSpPr>
          <p:cNvPr id="9" name="Text 6"/>
          <p:cNvSpPr/>
          <p:nvPr/>
        </p:nvSpPr>
        <p:spPr>
          <a:xfrm>
            <a:off x="5824538" y="1514475"/>
            <a:ext cx="215741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6"/>
              </a:lnSpc>
              <a:buNone/>
            </a:pPr>
            <a:r>
              <a:rPr lang="en-US" sz="2455" b="1" spc="-4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Info. clientes</a:t>
            </a:r>
            <a:endParaRPr lang="en-US" sz="2455" dirty="0"/>
          </a:p>
        </p:txBody>
      </p:sp>
      <p:sp>
        <p:nvSpPr>
          <p:cNvPr id="10" name="Text 7"/>
          <p:cNvSpPr/>
          <p:nvPr/>
        </p:nvSpPr>
        <p:spPr>
          <a:xfrm>
            <a:off x="1247775" y="3976687"/>
            <a:ext cx="1976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gerenciar o estoque</a:t>
            </a:r>
            <a:endParaRPr lang="en-US" sz="1515" dirty="0"/>
          </a:p>
        </p:txBody>
      </p:sp>
      <p:sp>
        <p:nvSpPr>
          <p:cNvPr id="11" name="Text 8"/>
          <p:cNvSpPr/>
          <p:nvPr/>
        </p:nvSpPr>
        <p:spPr>
          <a:xfrm>
            <a:off x="5724525" y="3948112"/>
            <a:ext cx="21717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1"/>
              </a:lnSpc>
              <a:buNone/>
            </a:pPr>
            <a:r>
              <a:rPr lang="en-US" sz="1401" b="1" u="sng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ver informações de clientes</a:t>
            </a:r>
            <a:endParaRPr lang="en-US" sz="1401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76350" y="1924050"/>
            <a:ext cx="2052637" cy="2052637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7888" y="2000250"/>
            <a:ext cx="1890713" cy="189071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" y="1404938"/>
            <a:ext cx="2776538" cy="3290888"/>
          </a:xfrm>
          <a:prstGeom prst="roundRect">
            <a:avLst>
              <a:gd name="adj" fmla="val 1317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38500" y="1404938"/>
            <a:ext cx="2776538" cy="3290888"/>
          </a:xfrm>
          <a:prstGeom prst="roundRect">
            <a:avLst>
              <a:gd name="adj" fmla="val 13173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1838" y="1600200"/>
            <a:ext cx="2776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7"/>
              </a:lnSpc>
              <a:buNone/>
            </a:pPr>
            <a:r>
              <a:rPr lang="en-US" sz="1556" b="1" spc="-31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Fazer relatorio do estoque</a:t>
            </a:r>
            <a:endParaRPr lang="en-US" sz="1556" dirty="0"/>
          </a:p>
        </p:txBody>
      </p:sp>
      <p:sp>
        <p:nvSpPr>
          <p:cNvPr id="5" name="Text 3"/>
          <p:cNvSpPr/>
          <p:nvPr/>
        </p:nvSpPr>
        <p:spPr>
          <a:xfrm>
            <a:off x="6305550" y="1452563"/>
            <a:ext cx="2671763" cy="3195638"/>
          </a:xfrm>
          <a:prstGeom prst="roundRect">
            <a:avLst>
              <a:gd name="adj" fmla="val 13690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" y="90488"/>
            <a:ext cx="3652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Gerenciar estoque</a:t>
            </a:r>
            <a:endParaRPr lang="en-US" sz="948" dirty="0"/>
          </a:p>
        </p:txBody>
      </p:sp>
      <p:sp>
        <p:nvSpPr>
          <p:cNvPr id="7" name="Text 5"/>
          <p:cNvSpPr/>
          <p:nvPr/>
        </p:nvSpPr>
        <p:spPr>
          <a:xfrm>
            <a:off x="2557463" y="423863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8" name="Shape 6"/>
          <p:cNvSpPr/>
          <p:nvPr/>
        </p:nvSpPr>
        <p:spPr>
          <a:xfrm rot="-32689">
            <a:off x="3738530" y="1030866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4788" y="1585913"/>
            <a:ext cx="27622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1"/>
              </a:lnSpc>
              <a:buNone/>
            </a:pPr>
            <a:r>
              <a:rPr lang="en-US" sz="1517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17" dirty="0"/>
          </a:p>
        </p:txBody>
      </p:sp>
      <p:sp>
        <p:nvSpPr>
          <p:cNvPr id="11" name="Text 8"/>
          <p:cNvSpPr/>
          <p:nvPr/>
        </p:nvSpPr>
        <p:spPr>
          <a:xfrm>
            <a:off x="6805613" y="1571625"/>
            <a:ext cx="2581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2"/>
              </a:lnSpc>
              <a:buNone/>
            </a:pPr>
            <a:r>
              <a:rPr lang="en-US" sz="1902" b="1" spc="-38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Ver estoque</a:t>
            </a:r>
            <a:endParaRPr lang="en-US" sz="1902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15150" y="2157413"/>
            <a:ext cx="1562100" cy="15621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5788" y="1947863"/>
            <a:ext cx="1752600" cy="1752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488" y="3967163"/>
            <a:ext cx="1976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atualizar cardapio</a:t>
            </a:r>
            <a:endParaRPr lang="en-US" sz="1515" dirty="0"/>
          </a:p>
        </p:txBody>
      </p:sp>
      <p:sp>
        <p:nvSpPr>
          <p:cNvPr id="15" name="Text 10"/>
          <p:cNvSpPr/>
          <p:nvPr/>
        </p:nvSpPr>
        <p:spPr>
          <a:xfrm>
            <a:off x="3638550" y="3967163"/>
            <a:ext cx="1976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fazer o relatorio</a:t>
            </a:r>
            <a:endParaRPr lang="en-US" sz="1515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76662" y="2052637"/>
            <a:ext cx="1766888" cy="17668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53213" y="4014788"/>
            <a:ext cx="1976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ver estoque</a:t>
            </a:r>
            <a:endParaRPr lang="en-US" sz="1515" dirty="0"/>
          </a:p>
        </p:txBody>
      </p:sp>
      <p:sp>
        <p:nvSpPr>
          <p:cNvPr id="18" name="Text 12"/>
          <p:cNvSpPr/>
          <p:nvPr/>
        </p:nvSpPr>
        <p:spPr>
          <a:xfrm>
            <a:off x="6653213" y="4014788"/>
            <a:ext cx="19764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ver </a:t>
            </a:r>
            <a:endParaRPr lang="en-US" sz="1515" dirty="0"/>
          </a:p>
        </p:txBody>
      </p:sp>
      <p:sp>
        <p:nvSpPr>
          <p:cNvPr id="19" name="Text 13"/>
          <p:cNvSpPr/>
          <p:nvPr/>
        </p:nvSpPr>
        <p:spPr>
          <a:xfrm>
            <a:off x="6653213" y="4014788"/>
            <a:ext cx="19764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8"/>
              </a:lnSpc>
              <a:buNone/>
            </a:pPr>
            <a:r>
              <a:rPr lang="en-US" sz="1515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Cilque aqui para ver </a:t>
            </a:r>
            <a:endParaRPr lang="en-US" sz="151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Visualização do estoque (Ver estoque)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19075" y="1376363"/>
            <a:ext cx="8677275" cy="3395663"/>
          </a:xfrm>
          <a:prstGeom prst="roundRect">
            <a:avLst>
              <a:gd name="adj" fmla="val 5386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05688" y="16764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Bebidas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985838" y="1676400"/>
            <a:ext cx="757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4295775" y="1676400"/>
            <a:ext cx="519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Doces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 rot="5386264">
            <a:off x="1868325" y="1652165"/>
            <a:ext cx="2170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8" dirty="0"/>
          </a:p>
        </p:txBody>
      </p:sp>
      <p:sp>
        <p:nvSpPr>
          <p:cNvPr id="12" name="Text 9"/>
          <p:cNvSpPr/>
          <p:nvPr/>
        </p:nvSpPr>
        <p:spPr>
          <a:xfrm rot="5386264">
            <a:off x="8316750" y="1652165"/>
            <a:ext cx="2170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8" dirty="0"/>
          </a:p>
        </p:txBody>
      </p:sp>
      <p:sp>
        <p:nvSpPr>
          <p:cNvPr id="13" name="Text 10"/>
          <p:cNvSpPr/>
          <p:nvPr/>
        </p:nvSpPr>
        <p:spPr>
          <a:xfrm rot="5386264">
            <a:off x="5087775" y="1652165"/>
            <a:ext cx="2170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8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" y="1147763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8125" y="1376363"/>
            <a:ext cx="8677275" cy="3395663"/>
          </a:xfrm>
          <a:prstGeom prst="roundRect">
            <a:avLst>
              <a:gd name="adj" fmla="val 5386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52688" y="3281363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2452688" y="284797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2466975" y="2414588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1152525" y="3281363"/>
            <a:ext cx="642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819150" y="2847975"/>
            <a:ext cx="1271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876300" y="2414588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Patel de carne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7405688" y="16764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Bebidas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985838" y="1676400"/>
            <a:ext cx="757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</a:t>
            </a:r>
            <a:endParaRPr lang="en-US" sz="1283" dirty="0"/>
          </a:p>
        </p:txBody>
      </p:sp>
      <p:sp>
        <p:nvSpPr>
          <p:cNvPr id="15" name="Text 12"/>
          <p:cNvSpPr/>
          <p:nvPr/>
        </p:nvSpPr>
        <p:spPr>
          <a:xfrm>
            <a:off x="4295775" y="1676400"/>
            <a:ext cx="519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Doces</a:t>
            </a:r>
            <a:endParaRPr lang="en-US" sz="1283" dirty="0"/>
          </a:p>
        </p:txBody>
      </p:sp>
      <p:sp>
        <p:nvSpPr>
          <p:cNvPr id="16" name="Text 13"/>
          <p:cNvSpPr/>
          <p:nvPr/>
        </p:nvSpPr>
        <p:spPr>
          <a:xfrm rot="-5422799">
            <a:off x="1867908" y="1638959"/>
            <a:ext cx="2185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6"/>
              </a:lnSpc>
              <a:buNone/>
            </a:pPr>
            <a:r>
              <a:rPr lang="en-US" sz="161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18" dirty="0"/>
          </a:p>
        </p:txBody>
      </p:sp>
      <p:sp>
        <p:nvSpPr>
          <p:cNvPr id="17" name="Text 14"/>
          <p:cNvSpPr/>
          <p:nvPr/>
        </p:nvSpPr>
        <p:spPr>
          <a:xfrm rot="5386264">
            <a:off x="8316750" y="1652165"/>
            <a:ext cx="2170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8" dirty="0"/>
          </a:p>
        </p:txBody>
      </p:sp>
      <p:sp>
        <p:nvSpPr>
          <p:cNvPr id="18" name="Text 15"/>
          <p:cNvSpPr/>
          <p:nvPr/>
        </p:nvSpPr>
        <p:spPr>
          <a:xfrm rot="5386264">
            <a:off x="5087775" y="1652165"/>
            <a:ext cx="2170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2"/>
              </a:lnSpc>
              <a:buNone/>
            </a:pPr>
            <a:r>
              <a:rPr lang="en-US" sz="160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8" dirty="0"/>
          </a:p>
        </p:txBody>
      </p:sp>
      <p:sp>
        <p:nvSpPr>
          <p:cNvPr id="19" name="Shape 16"/>
          <p:cNvSpPr/>
          <p:nvPr/>
        </p:nvSpPr>
        <p:spPr>
          <a:xfrm rot="-5400000">
            <a:off x="1507331" y="3074194"/>
            <a:ext cx="339566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6250" y="4210050"/>
            <a:ext cx="2409825" cy="452438"/>
          </a:xfrm>
          <a:prstGeom prst="roundRect">
            <a:avLst>
              <a:gd name="adj" fmla="val 808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Adicionar coisas ao estoque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Visualização do estoque (Ver estoque)</a:t>
            </a:r>
            <a:endParaRPr lang="en-US" sz="948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" y="1147763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7175" y="1295400"/>
            <a:ext cx="8677275" cy="3476625"/>
          </a:xfrm>
          <a:prstGeom prst="roundRect">
            <a:avLst>
              <a:gd name="adj" fmla="val 5260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52688" y="3281363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2452688" y="284797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2466975" y="2414588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3400425" y="1676400"/>
            <a:ext cx="5381625" cy="3009900"/>
          </a:xfrm>
          <a:prstGeom prst="roundRect">
            <a:avLst>
              <a:gd name="adj" fmla="val 12152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05313" y="2605088"/>
            <a:ext cx="3695700" cy="438150"/>
          </a:xfrm>
          <a:prstGeom prst="roundRect">
            <a:avLst>
              <a:gd name="adj" fmla="val 8347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85838" y="1676400"/>
            <a:ext cx="757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 rot="-5422799">
            <a:off x="1867908" y="1638959"/>
            <a:ext cx="2185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6"/>
              </a:lnSpc>
              <a:buNone/>
            </a:pPr>
            <a:r>
              <a:rPr lang="en-US" sz="161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18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83239" t="0" b="0"/>
          <a:stretch/>
        </p:blipFill>
        <p:spPr>
          <a:xfrm>
            <a:off x="3181354" y="1314450"/>
            <a:ext cx="4763" cy="3457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6250" y="4210050"/>
            <a:ext cx="2409825" cy="452438"/>
          </a:xfrm>
          <a:prstGeom prst="roundRect">
            <a:avLst>
              <a:gd name="adj" fmla="val 808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Adicionar coisas ao estoque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Visualização do estoque (Ver encomendas)</a:t>
            </a:r>
            <a:endParaRPr lang="en-US" sz="948" dirty="0"/>
          </a:p>
        </p:txBody>
      </p:sp>
      <p:sp>
        <p:nvSpPr>
          <p:cNvPr id="17" name="Text 13"/>
          <p:cNvSpPr/>
          <p:nvPr/>
        </p:nvSpPr>
        <p:spPr>
          <a:xfrm>
            <a:off x="952500" y="2490788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Patel de carne</a:t>
            </a:r>
            <a:endParaRPr lang="en-US" sz="1283" dirty="0"/>
          </a:p>
        </p:txBody>
      </p:sp>
      <p:sp>
        <p:nvSpPr>
          <p:cNvPr id="18" name="Text 14"/>
          <p:cNvSpPr/>
          <p:nvPr/>
        </p:nvSpPr>
        <p:spPr>
          <a:xfrm>
            <a:off x="819150" y="2847975"/>
            <a:ext cx="1271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1152525" y="3281363"/>
            <a:ext cx="642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0" name="Text 16"/>
          <p:cNvSpPr/>
          <p:nvPr/>
        </p:nvSpPr>
        <p:spPr>
          <a:xfrm>
            <a:off x="4114800" y="1905000"/>
            <a:ext cx="427388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você vai adicionar ao estoque?</a:t>
            </a:r>
            <a:endParaRPr lang="en-US" sz="1825" dirty="0"/>
          </a:p>
        </p:txBody>
      </p:sp>
      <p:sp>
        <p:nvSpPr>
          <p:cNvPr id="21" name="Text 17"/>
          <p:cNvSpPr/>
          <p:nvPr/>
        </p:nvSpPr>
        <p:spPr>
          <a:xfrm>
            <a:off x="4181475" y="2757488"/>
            <a:ext cx="38623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4"/>
              </a:lnSpc>
              <a:buNone/>
            </a:pPr>
            <a:r>
              <a:rPr lang="en-US" sz="958" b="1" spc="-19" kern="0" dirty="0">
                <a:solidFill>
                  <a:srgbClr val="82828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Coloque o alimento que você quer adicionar ao estoque </a:t>
            </a:r>
            <a:endParaRPr lang="en-US" sz="958" dirty="0"/>
          </a:p>
        </p:txBody>
      </p:sp>
      <p:sp>
        <p:nvSpPr>
          <p:cNvPr id="22" name="Text 18"/>
          <p:cNvSpPr/>
          <p:nvPr/>
        </p:nvSpPr>
        <p:spPr>
          <a:xfrm>
            <a:off x="7334250" y="4291013"/>
            <a:ext cx="1290638" cy="300038"/>
          </a:xfrm>
          <a:prstGeom prst="roundRect">
            <a:avLst>
              <a:gd name="adj" fmla="val 97524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Confirmar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" y="1147763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7175" y="1295400"/>
            <a:ext cx="8677275" cy="3476625"/>
          </a:xfrm>
          <a:prstGeom prst="roundRect">
            <a:avLst>
              <a:gd name="adj" fmla="val 5260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52688" y="3281363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2452688" y="284797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2466975" y="2414588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3400425" y="1652588"/>
            <a:ext cx="5381625" cy="3009900"/>
          </a:xfrm>
          <a:prstGeom prst="roundRect">
            <a:avLst>
              <a:gd name="adj" fmla="val 12152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05313" y="2605088"/>
            <a:ext cx="3695700" cy="438150"/>
          </a:xfrm>
          <a:prstGeom prst="roundRect">
            <a:avLst>
              <a:gd name="adj" fmla="val 8347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85838" y="1676400"/>
            <a:ext cx="757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 rot="-5422799">
            <a:off x="1867908" y="1638959"/>
            <a:ext cx="2185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6"/>
              </a:lnSpc>
              <a:buNone/>
            </a:pPr>
            <a:r>
              <a:rPr lang="en-US" sz="161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18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83239" t="0" b="0"/>
          <a:stretch/>
        </p:blipFill>
        <p:spPr>
          <a:xfrm>
            <a:off x="3181354" y="1314450"/>
            <a:ext cx="4763" cy="3457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6250" y="4210050"/>
            <a:ext cx="2409825" cy="452438"/>
          </a:xfrm>
          <a:prstGeom prst="roundRect">
            <a:avLst>
              <a:gd name="adj" fmla="val 808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Adicionar coisas ao estoque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Visualização do estoque (Ver encomendas)</a:t>
            </a:r>
            <a:endParaRPr lang="en-US" sz="948" dirty="0"/>
          </a:p>
        </p:txBody>
      </p:sp>
      <p:sp>
        <p:nvSpPr>
          <p:cNvPr id="17" name="Text 13"/>
          <p:cNvSpPr/>
          <p:nvPr/>
        </p:nvSpPr>
        <p:spPr>
          <a:xfrm>
            <a:off x="952500" y="2490788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Patel de carne</a:t>
            </a:r>
            <a:endParaRPr lang="en-US" sz="1283" dirty="0"/>
          </a:p>
        </p:txBody>
      </p:sp>
      <p:sp>
        <p:nvSpPr>
          <p:cNvPr id="18" name="Text 14"/>
          <p:cNvSpPr/>
          <p:nvPr/>
        </p:nvSpPr>
        <p:spPr>
          <a:xfrm>
            <a:off x="819150" y="2847975"/>
            <a:ext cx="1271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1152525" y="3281363"/>
            <a:ext cx="642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0" name="Text 16"/>
          <p:cNvSpPr/>
          <p:nvPr/>
        </p:nvSpPr>
        <p:spPr>
          <a:xfrm>
            <a:off x="4114800" y="1905000"/>
            <a:ext cx="427388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você vai adicionar ao estoque?</a:t>
            </a:r>
            <a:endParaRPr lang="en-US" sz="1825" dirty="0"/>
          </a:p>
        </p:txBody>
      </p:sp>
      <p:sp>
        <p:nvSpPr>
          <p:cNvPr id="21" name="Text 17"/>
          <p:cNvSpPr/>
          <p:nvPr/>
        </p:nvSpPr>
        <p:spPr>
          <a:xfrm>
            <a:off x="4343400" y="2709863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2" name="Text 18"/>
          <p:cNvSpPr/>
          <p:nvPr/>
        </p:nvSpPr>
        <p:spPr>
          <a:xfrm>
            <a:off x="4443413" y="3128963"/>
            <a:ext cx="3609975" cy="1081088"/>
          </a:xfrm>
          <a:prstGeom prst="roundRect">
            <a:avLst>
              <a:gd name="adj" fmla="val 33833"/>
            </a:avLst>
          </a:prstGeom>
          <a:solidFill>
            <a:srgbClr val="FFFFFF"/>
          </a:solidFill>
          <a:ln w="13573">
            <a:solidFill>
              <a:srgbClr val="B4B4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510338" y="3643313"/>
            <a:ext cx="1471613" cy="252413"/>
          </a:xfrm>
          <a:prstGeom prst="roundRect">
            <a:avLst>
              <a:gd name="adj" fmla="val 144905"/>
            </a:avLst>
          </a:prstGeom>
          <a:solidFill>
            <a:srgbClr val="FFFFFF"/>
          </a:solidFill>
          <a:ln w="13573">
            <a:solidFill>
              <a:srgbClr val="B4B4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1x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405313" y="36671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5" name="Text 21"/>
          <p:cNvSpPr/>
          <p:nvPr/>
        </p:nvSpPr>
        <p:spPr>
          <a:xfrm>
            <a:off x="5543550" y="3667125"/>
            <a:ext cx="266700" cy="228600"/>
          </a:xfrm>
          <a:prstGeom prst="roundRect">
            <a:avLst>
              <a:gd name="adj" fmla="val 80000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+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991225" y="3652838"/>
            <a:ext cx="261937" cy="233362"/>
          </a:xfrm>
          <a:prstGeom prst="roundRect">
            <a:avLst>
              <a:gd name="adj" fmla="val 7836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334250" y="4291013"/>
            <a:ext cx="1290638" cy="300038"/>
          </a:xfrm>
          <a:prstGeom prst="roundRect">
            <a:avLst>
              <a:gd name="adj" fmla="val 97524"/>
            </a:avLst>
          </a:prstGeom>
          <a:solidFill>
            <a:srgbClr val="198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Confirmar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924425" y="3209925"/>
            <a:ext cx="324326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2"/>
              </a:lnSpc>
              <a:buNone/>
            </a:pPr>
            <a:r>
              <a:rPr lang="en-US" sz="1468" b="1" spc="-2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Quantos você vai adicionar?</a:t>
            </a:r>
            <a:endParaRPr lang="en-US" sz="1468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" y="1147763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7175" y="1295400"/>
            <a:ext cx="8677275" cy="3476625"/>
          </a:xfrm>
          <a:prstGeom prst="roundRect">
            <a:avLst>
              <a:gd name="adj" fmla="val 5260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52688" y="3281363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2452688" y="284797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2466975" y="2414588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3400425" y="1652588"/>
            <a:ext cx="5381625" cy="3009900"/>
          </a:xfrm>
          <a:prstGeom prst="roundRect">
            <a:avLst>
              <a:gd name="adj" fmla="val 12152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05313" y="2605088"/>
            <a:ext cx="3695700" cy="438150"/>
          </a:xfrm>
          <a:prstGeom prst="roundRect">
            <a:avLst>
              <a:gd name="adj" fmla="val 8347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85838" y="1676400"/>
            <a:ext cx="757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Salgados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 rot="-5422799">
            <a:off x="1867908" y="1638959"/>
            <a:ext cx="2185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6"/>
              </a:lnSpc>
              <a:buNone/>
            </a:pPr>
            <a:r>
              <a:rPr lang="en-US" sz="1618" b="1" spc="-3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18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83239" t="0" b="0"/>
          <a:stretch/>
        </p:blipFill>
        <p:spPr>
          <a:xfrm>
            <a:off x="3181354" y="1314450"/>
            <a:ext cx="4763" cy="3457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6250" y="4210050"/>
            <a:ext cx="2409825" cy="452438"/>
          </a:xfrm>
          <a:prstGeom prst="roundRect">
            <a:avLst>
              <a:gd name="adj" fmla="val 808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Adicionar coisas ao estoque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gerente:  Visualização do estoque (Ver encomendas)</a:t>
            </a:r>
            <a:endParaRPr lang="en-US" sz="948" dirty="0"/>
          </a:p>
        </p:txBody>
      </p:sp>
      <p:sp>
        <p:nvSpPr>
          <p:cNvPr id="17" name="Text 13"/>
          <p:cNvSpPr/>
          <p:nvPr/>
        </p:nvSpPr>
        <p:spPr>
          <a:xfrm>
            <a:off x="952500" y="2490788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Patel de carne</a:t>
            </a:r>
            <a:endParaRPr lang="en-US" sz="1283" dirty="0"/>
          </a:p>
        </p:txBody>
      </p:sp>
      <p:sp>
        <p:nvSpPr>
          <p:cNvPr id="18" name="Text 14"/>
          <p:cNvSpPr/>
          <p:nvPr/>
        </p:nvSpPr>
        <p:spPr>
          <a:xfrm>
            <a:off x="819150" y="2847975"/>
            <a:ext cx="1271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1152525" y="3281363"/>
            <a:ext cx="642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0" name="Text 16"/>
          <p:cNvSpPr/>
          <p:nvPr/>
        </p:nvSpPr>
        <p:spPr>
          <a:xfrm>
            <a:off x="4114800" y="1905000"/>
            <a:ext cx="427388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você vai adicionar ao estoque?</a:t>
            </a:r>
            <a:endParaRPr lang="en-US" sz="1825" dirty="0"/>
          </a:p>
        </p:txBody>
      </p:sp>
      <p:sp>
        <p:nvSpPr>
          <p:cNvPr id="21" name="Text 17"/>
          <p:cNvSpPr/>
          <p:nvPr/>
        </p:nvSpPr>
        <p:spPr>
          <a:xfrm>
            <a:off x="4343400" y="2709863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2" name="Text 18"/>
          <p:cNvSpPr/>
          <p:nvPr/>
        </p:nvSpPr>
        <p:spPr>
          <a:xfrm>
            <a:off x="4443413" y="3128963"/>
            <a:ext cx="3609975" cy="1081088"/>
          </a:xfrm>
          <a:prstGeom prst="roundRect">
            <a:avLst>
              <a:gd name="adj" fmla="val 33833"/>
            </a:avLst>
          </a:prstGeom>
          <a:solidFill>
            <a:srgbClr val="FFFFFF"/>
          </a:solidFill>
          <a:ln w="13573">
            <a:solidFill>
              <a:srgbClr val="B4B4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510338" y="3643313"/>
            <a:ext cx="1471613" cy="252413"/>
          </a:xfrm>
          <a:prstGeom prst="roundRect">
            <a:avLst>
              <a:gd name="adj" fmla="val 144905"/>
            </a:avLst>
          </a:prstGeom>
          <a:solidFill>
            <a:srgbClr val="FFFFFF"/>
          </a:solidFill>
          <a:ln w="13573">
            <a:solidFill>
              <a:srgbClr val="B4B4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1x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405313" y="36671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5" name="Text 21"/>
          <p:cNvSpPr/>
          <p:nvPr/>
        </p:nvSpPr>
        <p:spPr>
          <a:xfrm>
            <a:off x="5543550" y="3667125"/>
            <a:ext cx="266700" cy="228600"/>
          </a:xfrm>
          <a:prstGeom prst="roundRect">
            <a:avLst>
              <a:gd name="adj" fmla="val 80000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+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991225" y="3652838"/>
            <a:ext cx="261937" cy="233362"/>
          </a:xfrm>
          <a:prstGeom prst="roundRect">
            <a:avLst>
              <a:gd name="adj" fmla="val 7836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924425" y="3209925"/>
            <a:ext cx="324326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2"/>
              </a:lnSpc>
              <a:buNone/>
            </a:pPr>
            <a:r>
              <a:rPr lang="en-US" sz="1468" b="1" spc="-2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Quantos você vai adicionar?</a:t>
            </a:r>
            <a:endParaRPr lang="en-US" sz="1468" dirty="0"/>
          </a:p>
        </p:txBody>
      </p:sp>
      <p:sp>
        <p:nvSpPr>
          <p:cNvPr id="28" name="Text 24"/>
          <p:cNvSpPr/>
          <p:nvPr/>
        </p:nvSpPr>
        <p:spPr>
          <a:xfrm>
            <a:off x="1681163" y="4367213"/>
            <a:ext cx="5838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9"/>
              </a:lnSpc>
              <a:buNone/>
            </a:pPr>
            <a:r>
              <a:rPr lang="en-US" sz="1197" b="1" spc="-24" kern="0" dirty="0">
                <a:solidFill>
                  <a:srgbClr val="E03E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adicionado ao estoque</a:t>
            </a:r>
            <a:endParaRPr lang="en-US" sz="1197" dirty="0"/>
          </a:p>
        </p:txBody>
      </p:sp>
      <p:sp>
        <p:nvSpPr>
          <p:cNvPr id="29" name="Text 25"/>
          <p:cNvSpPr/>
          <p:nvPr/>
        </p:nvSpPr>
        <p:spPr>
          <a:xfrm>
            <a:off x="7229475" y="4271963"/>
            <a:ext cx="1400175" cy="333375"/>
          </a:xfrm>
          <a:prstGeom prst="roundRect">
            <a:avLst>
              <a:gd name="adj" fmla="val 109714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Confirmar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 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0400" y="1247775"/>
            <a:ext cx="2733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502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02" dirty="0"/>
          </a:p>
        </p:txBody>
      </p:sp>
      <p:sp>
        <p:nvSpPr>
          <p:cNvPr id="8" name="Text 5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93665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0" name="Text 7"/>
          <p:cNvSpPr/>
          <p:nvPr/>
        </p:nvSpPr>
        <p:spPr>
          <a:xfrm>
            <a:off x="3831580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54673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2" name="Text 9"/>
          <p:cNvSpPr/>
          <p:nvPr/>
        </p:nvSpPr>
        <p:spPr>
          <a:xfrm>
            <a:off x="5592589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25170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4" name="Text 11"/>
          <p:cNvSpPr/>
          <p:nvPr/>
        </p:nvSpPr>
        <p:spPr>
          <a:xfrm>
            <a:off x="7353598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586179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6" name="Text 13"/>
          <p:cNvSpPr/>
          <p:nvPr/>
        </p:nvSpPr>
        <p:spPr>
          <a:xfrm>
            <a:off x="309563" y="1666875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FFFFFF"/>
          </a:solidFill>
          <a:ln w="18097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8125" y="2233613"/>
            <a:ext cx="8677275" cy="2538413"/>
          </a:xfrm>
          <a:prstGeom prst="roundRect">
            <a:avLst>
              <a:gd name="adj" fmla="val 720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976438" y="28384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1976438" y="3171825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924050" y="3524250"/>
            <a:ext cx="1143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</a:t>
            </a:r>
            <a:pPr algn="ctr" indent="0" marL="0">
              <a:lnSpc>
                <a:spcPts val="1214"/>
              </a:lnSpc>
              <a:buNone/>
            </a:pPr>
            <a:r>
              <a:rPr lang="en-US" sz="920" b="1" u="sng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indisponivel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3143250" y="285750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2" name="Text 19"/>
          <p:cNvSpPr/>
          <p:nvPr/>
        </p:nvSpPr>
        <p:spPr>
          <a:xfrm>
            <a:off x="3138488" y="3171825"/>
            <a:ext cx="133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817" dirty="0"/>
          </a:p>
        </p:txBody>
      </p:sp>
      <p:sp>
        <p:nvSpPr>
          <p:cNvPr id="23" name="Text 20"/>
          <p:cNvSpPr/>
          <p:nvPr/>
        </p:nvSpPr>
        <p:spPr>
          <a:xfrm>
            <a:off x="3133725" y="3524250"/>
            <a:ext cx="138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817" dirty="0"/>
          </a:p>
        </p:txBody>
      </p:sp>
      <p:sp>
        <p:nvSpPr>
          <p:cNvPr id="24" name="Text 21"/>
          <p:cNvSpPr/>
          <p:nvPr/>
        </p:nvSpPr>
        <p:spPr>
          <a:xfrm>
            <a:off x="514350" y="2466975"/>
            <a:ext cx="9429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64" b="1" spc="-23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  ←</a:t>
            </a:r>
            <a:endParaRPr lang="en-US" sz="1164" dirty="0"/>
          </a:p>
        </p:txBody>
      </p:sp>
      <p:sp>
        <p:nvSpPr>
          <p:cNvPr id="25" name="Text 22"/>
          <p:cNvSpPr/>
          <p:nvPr/>
        </p:nvSpPr>
        <p:spPr>
          <a:xfrm>
            <a:off x="390525" y="278606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6" name="Text 23"/>
          <p:cNvSpPr/>
          <p:nvPr/>
        </p:nvSpPr>
        <p:spPr>
          <a:xfrm>
            <a:off x="390525" y="3128963"/>
            <a:ext cx="152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90525" y="3471863"/>
            <a:ext cx="92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747713" y="4157663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Alterar status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 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0400" y="1247775"/>
            <a:ext cx="2733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502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02" dirty="0"/>
          </a:p>
        </p:txBody>
      </p:sp>
      <p:sp>
        <p:nvSpPr>
          <p:cNvPr id="8" name="Text 5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93665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0" name="Text 7"/>
          <p:cNvSpPr/>
          <p:nvPr/>
        </p:nvSpPr>
        <p:spPr>
          <a:xfrm>
            <a:off x="3831580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54673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2" name="Text 9"/>
          <p:cNvSpPr/>
          <p:nvPr/>
        </p:nvSpPr>
        <p:spPr>
          <a:xfrm>
            <a:off x="5592589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25170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4" name="Text 11"/>
          <p:cNvSpPr/>
          <p:nvPr/>
        </p:nvSpPr>
        <p:spPr>
          <a:xfrm>
            <a:off x="7353598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586179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6" name="Text 13"/>
          <p:cNvSpPr/>
          <p:nvPr/>
        </p:nvSpPr>
        <p:spPr>
          <a:xfrm>
            <a:off x="309563" y="1666875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FFFFFF"/>
          </a:solidFill>
          <a:ln w="18097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8125" y="2233613"/>
            <a:ext cx="8677275" cy="2538413"/>
          </a:xfrm>
          <a:prstGeom prst="roundRect">
            <a:avLst>
              <a:gd name="adj" fmla="val 720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976438" y="28384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1976438" y="3171825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924050" y="3524250"/>
            <a:ext cx="1143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</a:t>
            </a:r>
            <a:pPr algn="ctr" indent="0" marL="0">
              <a:lnSpc>
                <a:spcPts val="1214"/>
              </a:lnSpc>
              <a:buNone/>
            </a:pPr>
            <a:r>
              <a:rPr lang="en-US" sz="920" b="1" u="sng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indisponivel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3143250" y="285750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2" name="Text 19"/>
          <p:cNvSpPr/>
          <p:nvPr/>
        </p:nvSpPr>
        <p:spPr>
          <a:xfrm>
            <a:off x="3138488" y="3171825"/>
            <a:ext cx="133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817" dirty="0"/>
          </a:p>
        </p:txBody>
      </p:sp>
      <p:sp>
        <p:nvSpPr>
          <p:cNvPr id="23" name="Text 20"/>
          <p:cNvSpPr/>
          <p:nvPr/>
        </p:nvSpPr>
        <p:spPr>
          <a:xfrm>
            <a:off x="3133725" y="3524250"/>
            <a:ext cx="138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817" dirty="0"/>
          </a:p>
        </p:txBody>
      </p:sp>
      <p:sp>
        <p:nvSpPr>
          <p:cNvPr id="24" name="Text 21"/>
          <p:cNvSpPr/>
          <p:nvPr/>
        </p:nvSpPr>
        <p:spPr>
          <a:xfrm>
            <a:off x="514350" y="2466975"/>
            <a:ext cx="9429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64" b="1" spc="-23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  ←</a:t>
            </a:r>
            <a:endParaRPr lang="en-US" sz="1164" dirty="0"/>
          </a:p>
        </p:txBody>
      </p:sp>
      <p:sp>
        <p:nvSpPr>
          <p:cNvPr id="25" name="Text 22"/>
          <p:cNvSpPr/>
          <p:nvPr/>
        </p:nvSpPr>
        <p:spPr>
          <a:xfrm>
            <a:off x="390525" y="278606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6" name="Text 23"/>
          <p:cNvSpPr/>
          <p:nvPr/>
        </p:nvSpPr>
        <p:spPr>
          <a:xfrm>
            <a:off x="390525" y="3128963"/>
            <a:ext cx="152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90525" y="3471863"/>
            <a:ext cx="92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747713" y="4157663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Alterar status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 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0400" y="1247775"/>
            <a:ext cx="2733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502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02" dirty="0"/>
          </a:p>
        </p:txBody>
      </p:sp>
      <p:sp>
        <p:nvSpPr>
          <p:cNvPr id="8" name="Text 5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93665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0" name="Text 7"/>
          <p:cNvSpPr/>
          <p:nvPr/>
        </p:nvSpPr>
        <p:spPr>
          <a:xfrm>
            <a:off x="3831580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54673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2" name="Text 9"/>
          <p:cNvSpPr/>
          <p:nvPr/>
        </p:nvSpPr>
        <p:spPr>
          <a:xfrm>
            <a:off x="5592589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25170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4" name="Text 11"/>
          <p:cNvSpPr/>
          <p:nvPr/>
        </p:nvSpPr>
        <p:spPr>
          <a:xfrm>
            <a:off x="7353598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586179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6" name="Text 13"/>
          <p:cNvSpPr/>
          <p:nvPr/>
        </p:nvSpPr>
        <p:spPr>
          <a:xfrm>
            <a:off x="309563" y="1666875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FFFFFF"/>
          </a:solidFill>
          <a:ln w="18097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8125" y="2233613"/>
            <a:ext cx="8677275" cy="2538413"/>
          </a:xfrm>
          <a:prstGeom prst="roundRect">
            <a:avLst>
              <a:gd name="adj" fmla="val 720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976438" y="28384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1976438" y="3171825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924050" y="3524250"/>
            <a:ext cx="1143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</a:t>
            </a:r>
            <a:pPr algn="ctr" indent="0" marL="0">
              <a:lnSpc>
                <a:spcPts val="1214"/>
              </a:lnSpc>
              <a:buNone/>
            </a:pPr>
            <a:r>
              <a:rPr lang="en-US" sz="920" b="1" u="sng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indisponivel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3143250" y="285750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2" name="Text 19"/>
          <p:cNvSpPr/>
          <p:nvPr/>
        </p:nvSpPr>
        <p:spPr>
          <a:xfrm>
            <a:off x="3138488" y="3171825"/>
            <a:ext cx="133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817" dirty="0"/>
          </a:p>
        </p:txBody>
      </p:sp>
      <p:sp>
        <p:nvSpPr>
          <p:cNvPr id="23" name="Text 20"/>
          <p:cNvSpPr/>
          <p:nvPr/>
        </p:nvSpPr>
        <p:spPr>
          <a:xfrm>
            <a:off x="3133725" y="3524250"/>
            <a:ext cx="138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817" dirty="0"/>
          </a:p>
        </p:txBody>
      </p:sp>
      <p:sp>
        <p:nvSpPr>
          <p:cNvPr id="24" name="Text 21"/>
          <p:cNvSpPr/>
          <p:nvPr/>
        </p:nvSpPr>
        <p:spPr>
          <a:xfrm>
            <a:off x="514350" y="2466975"/>
            <a:ext cx="9429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64" b="1" spc="-23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  ←</a:t>
            </a:r>
            <a:endParaRPr lang="en-US" sz="1164" dirty="0"/>
          </a:p>
        </p:txBody>
      </p:sp>
      <p:sp>
        <p:nvSpPr>
          <p:cNvPr id="25" name="Text 22"/>
          <p:cNvSpPr/>
          <p:nvPr/>
        </p:nvSpPr>
        <p:spPr>
          <a:xfrm>
            <a:off x="390525" y="278606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6" name="Text 23"/>
          <p:cNvSpPr/>
          <p:nvPr/>
        </p:nvSpPr>
        <p:spPr>
          <a:xfrm>
            <a:off x="390525" y="3128963"/>
            <a:ext cx="152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90525" y="3471863"/>
            <a:ext cx="92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747713" y="4157663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Alterar status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90950" y="2357438"/>
            <a:ext cx="4953000" cy="2290763"/>
          </a:xfrm>
          <a:prstGeom prst="roundRect">
            <a:avLst>
              <a:gd name="adj" fmla="val 15967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62425" y="2466975"/>
            <a:ext cx="437197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item tera seu status alterado?</a:t>
            </a:r>
            <a:endParaRPr lang="en-US" sz="1825" dirty="0"/>
          </a:p>
        </p:txBody>
      </p:sp>
      <p:sp>
        <p:nvSpPr>
          <p:cNvPr id="31" name="Text 28"/>
          <p:cNvSpPr/>
          <p:nvPr/>
        </p:nvSpPr>
        <p:spPr>
          <a:xfrm>
            <a:off x="4414838" y="2928938"/>
            <a:ext cx="3695700" cy="438150"/>
          </a:xfrm>
          <a:prstGeom prst="roundRect">
            <a:avLst>
              <a:gd name="adj" fmla="val 8347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 rot="10796724">
            <a:off x="4486395" y="304340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 rot="5438196">
            <a:off x="4717243" y="3143250"/>
            <a:ext cx="428651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 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0400" y="1247775"/>
            <a:ext cx="2733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502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02" dirty="0"/>
          </a:p>
        </p:txBody>
      </p:sp>
      <p:sp>
        <p:nvSpPr>
          <p:cNvPr id="8" name="Text 5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93665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0" name="Text 7"/>
          <p:cNvSpPr/>
          <p:nvPr/>
        </p:nvSpPr>
        <p:spPr>
          <a:xfrm>
            <a:off x="3831580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54673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2" name="Text 9"/>
          <p:cNvSpPr/>
          <p:nvPr/>
        </p:nvSpPr>
        <p:spPr>
          <a:xfrm>
            <a:off x="5592589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25170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4" name="Text 11"/>
          <p:cNvSpPr/>
          <p:nvPr/>
        </p:nvSpPr>
        <p:spPr>
          <a:xfrm>
            <a:off x="7353598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586179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6" name="Text 13"/>
          <p:cNvSpPr/>
          <p:nvPr/>
        </p:nvSpPr>
        <p:spPr>
          <a:xfrm>
            <a:off x="309563" y="1666875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FFFFFF"/>
          </a:solidFill>
          <a:ln w="18097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8125" y="2233613"/>
            <a:ext cx="8677275" cy="2538413"/>
          </a:xfrm>
          <a:prstGeom prst="roundRect">
            <a:avLst>
              <a:gd name="adj" fmla="val 720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976438" y="28384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1976438" y="3171825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924050" y="3524250"/>
            <a:ext cx="1143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</a:t>
            </a:r>
            <a:pPr algn="ctr" indent="0" marL="0">
              <a:lnSpc>
                <a:spcPts val="1214"/>
              </a:lnSpc>
              <a:buNone/>
            </a:pPr>
            <a:r>
              <a:rPr lang="en-US" sz="920" b="1" u="sng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indisponivel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3143250" y="285750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2" name="Text 19"/>
          <p:cNvSpPr/>
          <p:nvPr/>
        </p:nvSpPr>
        <p:spPr>
          <a:xfrm>
            <a:off x="3138488" y="3171825"/>
            <a:ext cx="133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817" dirty="0"/>
          </a:p>
        </p:txBody>
      </p:sp>
      <p:sp>
        <p:nvSpPr>
          <p:cNvPr id="23" name="Text 20"/>
          <p:cNvSpPr/>
          <p:nvPr/>
        </p:nvSpPr>
        <p:spPr>
          <a:xfrm>
            <a:off x="3133725" y="3524250"/>
            <a:ext cx="138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817" dirty="0"/>
          </a:p>
        </p:txBody>
      </p:sp>
      <p:sp>
        <p:nvSpPr>
          <p:cNvPr id="24" name="Text 21"/>
          <p:cNvSpPr/>
          <p:nvPr/>
        </p:nvSpPr>
        <p:spPr>
          <a:xfrm>
            <a:off x="514350" y="2466975"/>
            <a:ext cx="9429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64" b="1" spc="-23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  ←</a:t>
            </a:r>
            <a:endParaRPr lang="en-US" sz="1164" dirty="0"/>
          </a:p>
        </p:txBody>
      </p:sp>
      <p:sp>
        <p:nvSpPr>
          <p:cNvPr id="25" name="Text 22"/>
          <p:cNvSpPr/>
          <p:nvPr/>
        </p:nvSpPr>
        <p:spPr>
          <a:xfrm>
            <a:off x="390525" y="278606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6" name="Text 23"/>
          <p:cNvSpPr/>
          <p:nvPr/>
        </p:nvSpPr>
        <p:spPr>
          <a:xfrm>
            <a:off x="390525" y="3128963"/>
            <a:ext cx="152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90525" y="3471863"/>
            <a:ext cx="92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747713" y="4157663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Alterar status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90950" y="2357438"/>
            <a:ext cx="4953000" cy="2290763"/>
          </a:xfrm>
          <a:prstGeom prst="roundRect">
            <a:avLst>
              <a:gd name="adj" fmla="val 15967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62425" y="2466975"/>
            <a:ext cx="437197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item tera seu status alterado?</a:t>
            </a:r>
            <a:endParaRPr lang="en-US" sz="1825" dirty="0"/>
          </a:p>
        </p:txBody>
      </p:sp>
      <p:sp>
        <p:nvSpPr>
          <p:cNvPr id="31" name="Text 28"/>
          <p:cNvSpPr/>
          <p:nvPr/>
        </p:nvSpPr>
        <p:spPr>
          <a:xfrm>
            <a:off x="4414838" y="2928938"/>
            <a:ext cx="3695700" cy="1119188"/>
          </a:xfrm>
          <a:prstGeom prst="roundRect">
            <a:avLst>
              <a:gd name="adj" fmla="val 32681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 rot="5408012">
            <a:off x="4510598" y="3300611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 rot="5409401">
            <a:off x="4332995" y="3488558"/>
            <a:ext cx="1119245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5093">
            <a:off x="4895850" y="3276600"/>
            <a:ext cx="3214691" cy="0"/>
          </a:xfrm>
          <a:prstGeom prst="line">
            <a:avLst/>
          </a:prstGeom>
          <a:noFill/>
          <a:ln w="4524">
            <a:solidFill>
              <a:srgbClr val="075B2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rot="5093">
            <a:off x="4891088" y="3681413"/>
            <a:ext cx="3214691" cy="0"/>
          </a:xfrm>
          <a:prstGeom prst="line">
            <a:avLst/>
          </a:prstGeom>
          <a:noFill/>
          <a:ln w="4524">
            <a:solidFill>
              <a:srgbClr val="075B2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24525" y="3000375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37" name="Text 34"/>
          <p:cNvSpPr/>
          <p:nvPr/>
        </p:nvSpPr>
        <p:spPr>
          <a:xfrm>
            <a:off x="5710238" y="3343275"/>
            <a:ext cx="1271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38" name="Text 35"/>
          <p:cNvSpPr/>
          <p:nvPr/>
        </p:nvSpPr>
        <p:spPr>
          <a:xfrm>
            <a:off x="6010275" y="3733800"/>
            <a:ext cx="671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 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0400" y="1247775"/>
            <a:ext cx="2733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502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02" dirty="0"/>
          </a:p>
        </p:txBody>
      </p:sp>
      <p:sp>
        <p:nvSpPr>
          <p:cNvPr id="8" name="Text 5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293665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1" name="Text 8"/>
          <p:cNvSpPr/>
          <p:nvPr/>
        </p:nvSpPr>
        <p:spPr>
          <a:xfrm>
            <a:off x="3831580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54673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3" name="Text 10"/>
          <p:cNvSpPr/>
          <p:nvPr/>
        </p:nvSpPr>
        <p:spPr>
          <a:xfrm>
            <a:off x="5592589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25170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5" name="Text 12"/>
          <p:cNvSpPr/>
          <p:nvPr/>
        </p:nvSpPr>
        <p:spPr>
          <a:xfrm>
            <a:off x="7353598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586179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7" name="Text 14"/>
          <p:cNvSpPr/>
          <p:nvPr/>
        </p:nvSpPr>
        <p:spPr>
          <a:xfrm>
            <a:off x="309563" y="1666875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FFFFFF"/>
          </a:solidFill>
          <a:ln w="18097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8125" y="2233613"/>
            <a:ext cx="8677275" cy="2538413"/>
          </a:xfrm>
          <a:prstGeom prst="roundRect">
            <a:avLst>
              <a:gd name="adj" fmla="val 720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976438" y="28384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976438" y="3171825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1924050" y="3524250"/>
            <a:ext cx="1143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</a:t>
            </a:r>
            <a:pPr algn="ctr" indent="0" marL="0">
              <a:lnSpc>
                <a:spcPts val="1214"/>
              </a:lnSpc>
              <a:buNone/>
            </a:pPr>
            <a:r>
              <a:rPr lang="en-US" sz="920" b="1" u="sng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indisponivel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3143250" y="285750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3" name="Text 20"/>
          <p:cNvSpPr/>
          <p:nvPr/>
        </p:nvSpPr>
        <p:spPr>
          <a:xfrm>
            <a:off x="3138488" y="3171825"/>
            <a:ext cx="133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817" dirty="0"/>
          </a:p>
        </p:txBody>
      </p:sp>
      <p:sp>
        <p:nvSpPr>
          <p:cNvPr id="24" name="Text 21"/>
          <p:cNvSpPr/>
          <p:nvPr/>
        </p:nvSpPr>
        <p:spPr>
          <a:xfrm>
            <a:off x="3133725" y="3524250"/>
            <a:ext cx="138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817" dirty="0"/>
          </a:p>
        </p:txBody>
      </p:sp>
      <p:sp>
        <p:nvSpPr>
          <p:cNvPr id="25" name="Text 22"/>
          <p:cNvSpPr/>
          <p:nvPr/>
        </p:nvSpPr>
        <p:spPr>
          <a:xfrm>
            <a:off x="514350" y="2466975"/>
            <a:ext cx="9429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64" b="1" spc="-23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  ←</a:t>
            </a:r>
            <a:endParaRPr lang="en-US" sz="1164" dirty="0"/>
          </a:p>
        </p:txBody>
      </p:sp>
      <p:sp>
        <p:nvSpPr>
          <p:cNvPr id="26" name="Text 23"/>
          <p:cNvSpPr/>
          <p:nvPr/>
        </p:nvSpPr>
        <p:spPr>
          <a:xfrm>
            <a:off x="390525" y="278606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90525" y="3128963"/>
            <a:ext cx="152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390525" y="3471863"/>
            <a:ext cx="92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9" name="Text 26"/>
          <p:cNvSpPr/>
          <p:nvPr/>
        </p:nvSpPr>
        <p:spPr>
          <a:xfrm>
            <a:off x="747713" y="4157663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Alterar status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790950" y="2357438"/>
            <a:ext cx="4953000" cy="2290763"/>
          </a:xfrm>
          <a:prstGeom prst="roundRect">
            <a:avLst>
              <a:gd name="adj" fmla="val 15967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162425" y="2466975"/>
            <a:ext cx="437197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item tera seu status alterado?</a:t>
            </a:r>
            <a:endParaRPr lang="en-US" sz="1825" dirty="0"/>
          </a:p>
        </p:txBody>
      </p:sp>
      <p:sp>
        <p:nvSpPr>
          <p:cNvPr id="32" name="Text 29"/>
          <p:cNvSpPr/>
          <p:nvPr/>
        </p:nvSpPr>
        <p:spPr>
          <a:xfrm>
            <a:off x="4414838" y="2928938"/>
            <a:ext cx="3695700" cy="438150"/>
          </a:xfrm>
          <a:prstGeom prst="roundRect">
            <a:avLst>
              <a:gd name="adj" fmla="val 8347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 rot="10796724">
            <a:off x="4486395" y="304340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 rot="5438196">
            <a:off x="4717243" y="3143250"/>
            <a:ext cx="428651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10275" y="3033713"/>
            <a:ext cx="671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36" name="Text 33"/>
          <p:cNvSpPr/>
          <p:nvPr/>
        </p:nvSpPr>
        <p:spPr>
          <a:xfrm>
            <a:off x="5400675" y="3471863"/>
            <a:ext cx="1890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no estoque</a:t>
            </a:r>
            <a:endParaRPr lang="en-US" sz="1283" dirty="0"/>
          </a:p>
        </p:txBody>
      </p:sp>
      <p:sp>
        <p:nvSpPr>
          <p:cNvPr id="37" name="Text 34"/>
          <p:cNvSpPr/>
          <p:nvPr/>
        </p:nvSpPr>
        <p:spPr>
          <a:xfrm>
            <a:off x="6257925" y="3805237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8" name="Text 35"/>
          <p:cNvSpPr/>
          <p:nvPr/>
        </p:nvSpPr>
        <p:spPr>
          <a:xfrm>
            <a:off x="5476875" y="4157663"/>
            <a:ext cx="1743075" cy="319088"/>
          </a:xfrm>
          <a:prstGeom prst="roundRect">
            <a:avLst>
              <a:gd name="adj" fmla="val 57313"/>
            </a:avLst>
          </a:prstGeom>
          <a:solidFill>
            <a:srgbClr val="FFFFFF"/>
          </a:solidFill>
          <a:ln w="9049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adicionar 1x</a:t>
            </a: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353300" y="4205288"/>
            <a:ext cx="266700" cy="228600"/>
          </a:xfrm>
          <a:prstGeom prst="roundRect">
            <a:avLst>
              <a:gd name="adj" fmla="val 80000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+</a:t>
            </a: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753350" y="4200525"/>
            <a:ext cx="261937" cy="233362"/>
          </a:xfrm>
          <a:prstGeom prst="roundRect">
            <a:avLst>
              <a:gd name="adj" fmla="val 7836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 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0400" y="1247775"/>
            <a:ext cx="2733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502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02" dirty="0"/>
          </a:p>
        </p:txBody>
      </p:sp>
      <p:sp>
        <p:nvSpPr>
          <p:cNvPr id="8" name="Text 5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293665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1" name="Text 8"/>
          <p:cNvSpPr/>
          <p:nvPr/>
        </p:nvSpPr>
        <p:spPr>
          <a:xfrm>
            <a:off x="3831580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54673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3" name="Text 10"/>
          <p:cNvSpPr/>
          <p:nvPr/>
        </p:nvSpPr>
        <p:spPr>
          <a:xfrm>
            <a:off x="5592589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25170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5" name="Text 12"/>
          <p:cNvSpPr/>
          <p:nvPr/>
        </p:nvSpPr>
        <p:spPr>
          <a:xfrm>
            <a:off x="7353598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586179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7" name="Text 14"/>
          <p:cNvSpPr/>
          <p:nvPr/>
        </p:nvSpPr>
        <p:spPr>
          <a:xfrm>
            <a:off x="309563" y="1666875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FFFFFF"/>
          </a:solidFill>
          <a:ln w="18097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8125" y="2233613"/>
            <a:ext cx="8677275" cy="2538413"/>
          </a:xfrm>
          <a:prstGeom prst="roundRect">
            <a:avLst>
              <a:gd name="adj" fmla="val 720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976438" y="28384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976438" y="3171825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1924050" y="3524250"/>
            <a:ext cx="1143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</a:t>
            </a:r>
            <a:pPr algn="ctr" indent="0" marL="0">
              <a:lnSpc>
                <a:spcPts val="1214"/>
              </a:lnSpc>
              <a:buNone/>
            </a:pPr>
            <a:r>
              <a:rPr lang="en-US" sz="920" b="1" u="sng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indisponivel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3143250" y="285750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3" name="Text 20"/>
          <p:cNvSpPr/>
          <p:nvPr/>
        </p:nvSpPr>
        <p:spPr>
          <a:xfrm>
            <a:off x="3138488" y="3171825"/>
            <a:ext cx="133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817" dirty="0"/>
          </a:p>
        </p:txBody>
      </p:sp>
      <p:sp>
        <p:nvSpPr>
          <p:cNvPr id="24" name="Text 21"/>
          <p:cNvSpPr/>
          <p:nvPr/>
        </p:nvSpPr>
        <p:spPr>
          <a:xfrm>
            <a:off x="3133725" y="3524250"/>
            <a:ext cx="138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817" dirty="0"/>
          </a:p>
        </p:txBody>
      </p:sp>
      <p:sp>
        <p:nvSpPr>
          <p:cNvPr id="25" name="Text 22"/>
          <p:cNvSpPr/>
          <p:nvPr/>
        </p:nvSpPr>
        <p:spPr>
          <a:xfrm>
            <a:off x="514350" y="2466975"/>
            <a:ext cx="9429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64" b="1" spc="-23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  ←</a:t>
            </a:r>
            <a:endParaRPr lang="en-US" sz="1164" dirty="0"/>
          </a:p>
        </p:txBody>
      </p:sp>
      <p:sp>
        <p:nvSpPr>
          <p:cNvPr id="26" name="Text 23"/>
          <p:cNvSpPr/>
          <p:nvPr/>
        </p:nvSpPr>
        <p:spPr>
          <a:xfrm>
            <a:off x="390525" y="278606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90525" y="3128963"/>
            <a:ext cx="152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390525" y="3471863"/>
            <a:ext cx="92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9" name="Text 26"/>
          <p:cNvSpPr/>
          <p:nvPr/>
        </p:nvSpPr>
        <p:spPr>
          <a:xfrm>
            <a:off x="747713" y="4157663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Alterar status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790950" y="2357438"/>
            <a:ext cx="4953000" cy="2290763"/>
          </a:xfrm>
          <a:prstGeom prst="roundRect">
            <a:avLst>
              <a:gd name="adj" fmla="val 15967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162425" y="2466975"/>
            <a:ext cx="437197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item tera seu status alterado?</a:t>
            </a:r>
            <a:endParaRPr lang="en-US" sz="1825" dirty="0"/>
          </a:p>
        </p:txBody>
      </p:sp>
      <p:sp>
        <p:nvSpPr>
          <p:cNvPr id="32" name="Text 29"/>
          <p:cNvSpPr/>
          <p:nvPr/>
        </p:nvSpPr>
        <p:spPr>
          <a:xfrm>
            <a:off x="4414838" y="2928938"/>
            <a:ext cx="3695700" cy="438150"/>
          </a:xfrm>
          <a:prstGeom prst="roundRect">
            <a:avLst>
              <a:gd name="adj" fmla="val 8347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 rot="10796724">
            <a:off x="4486395" y="304340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 rot="5438196">
            <a:off x="4717243" y="3143250"/>
            <a:ext cx="428651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10275" y="3033713"/>
            <a:ext cx="671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36" name="Text 33"/>
          <p:cNvSpPr/>
          <p:nvPr/>
        </p:nvSpPr>
        <p:spPr>
          <a:xfrm>
            <a:off x="5400675" y="3471863"/>
            <a:ext cx="1890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no estoque</a:t>
            </a:r>
            <a:endParaRPr lang="en-US" sz="1283" dirty="0"/>
          </a:p>
        </p:txBody>
      </p:sp>
      <p:sp>
        <p:nvSpPr>
          <p:cNvPr id="37" name="Text 34"/>
          <p:cNvSpPr/>
          <p:nvPr/>
        </p:nvSpPr>
        <p:spPr>
          <a:xfrm>
            <a:off x="6257925" y="3805237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8" name="Text 35"/>
          <p:cNvSpPr/>
          <p:nvPr/>
        </p:nvSpPr>
        <p:spPr>
          <a:xfrm>
            <a:off x="5476875" y="4157663"/>
            <a:ext cx="1743075" cy="319088"/>
          </a:xfrm>
          <a:prstGeom prst="roundRect">
            <a:avLst>
              <a:gd name="adj" fmla="val 57313"/>
            </a:avLst>
          </a:prstGeom>
          <a:solidFill>
            <a:srgbClr val="FFFFFF"/>
          </a:solidFill>
          <a:ln w="9049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adicionar 1x</a:t>
            </a: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353300" y="4205288"/>
            <a:ext cx="266700" cy="2286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 w="9049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+</a:t>
            </a: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753350" y="4200525"/>
            <a:ext cx="261937" cy="233362"/>
          </a:xfrm>
          <a:prstGeom prst="roundRect">
            <a:avLst>
              <a:gd name="adj" fmla="val 78368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-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 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00400" y="1247775"/>
            <a:ext cx="2733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502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cardapio cardapio</a:t>
            </a:r>
            <a:endParaRPr lang="en-US" sz="1502" dirty="0"/>
          </a:p>
        </p:txBody>
      </p:sp>
      <p:sp>
        <p:nvSpPr>
          <p:cNvPr id="8" name="Text 5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70571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293665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Terça</a:t>
            </a:r>
            <a:endParaRPr lang="en-US" sz="1601" dirty="0"/>
          </a:p>
        </p:txBody>
      </p:sp>
      <p:sp>
        <p:nvSpPr>
          <p:cNvPr id="11" name="Text 8"/>
          <p:cNvSpPr/>
          <p:nvPr/>
        </p:nvSpPr>
        <p:spPr>
          <a:xfrm>
            <a:off x="3831580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54673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Quarta</a:t>
            </a:r>
            <a:endParaRPr lang="en-US" sz="1601" dirty="0"/>
          </a:p>
        </p:txBody>
      </p:sp>
      <p:sp>
        <p:nvSpPr>
          <p:cNvPr id="13" name="Text 10"/>
          <p:cNvSpPr/>
          <p:nvPr/>
        </p:nvSpPr>
        <p:spPr>
          <a:xfrm>
            <a:off x="5592589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25170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Quinta</a:t>
            </a:r>
            <a:endParaRPr lang="en-US" sz="1601" dirty="0"/>
          </a:p>
        </p:txBody>
      </p:sp>
      <p:sp>
        <p:nvSpPr>
          <p:cNvPr id="15" name="Text 12"/>
          <p:cNvSpPr/>
          <p:nvPr/>
        </p:nvSpPr>
        <p:spPr>
          <a:xfrm>
            <a:off x="7353598" y="1662113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157342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586179" y="1763207"/>
            <a:ext cx="10490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1" b="1" spc="-32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Sexta</a:t>
            </a:r>
            <a:endParaRPr lang="en-US" sz="1601" dirty="0"/>
          </a:p>
        </p:txBody>
      </p:sp>
      <p:sp>
        <p:nvSpPr>
          <p:cNvPr id="17" name="Text 14"/>
          <p:cNvSpPr/>
          <p:nvPr/>
        </p:nvSpPr>
        <p:spPr>
          <a:xfrm>
            <a:off x="309563" y="1666875"/>
            <a:ext cx="1514182" cy="450330"/>
          </a:xfrm>
          <a:prstGeom prst="roundRect">
            <a:avLst>
              <a:gd name="adj" fmla="val 81220"/>
            </a:avLst>
          </a:prstGeom>
          <a:solidFill>
            <a:srgbClr val="FFFFFF"/>
          </a:solidFill>
          <a:ln w="18097">
            <a:solidFill>
              <a:srgbClr val="075B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Segunda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8125" y="2233613"/>
            <a:ext cx="8677275" cy="2538413"/>
          </a:xfrm>
          <a:prstGeom prst="roundRect">
            <a:avLst>
              <a:gd name="adj" fmla="val 720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976438" y="28384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976438" y="3171825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1976438" y="3524250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920" b="1" spc="-18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disponivel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3143250" y="285750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3" name="Text 20"/>
          <p:cNvSpPr/>
          <p:nvPr/>
        </p:nvSpPr>
        <p:spPr>
          <a:xfrm>
            <a:off x="3138488" y="3171825"/>
            <a:ext cx="133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817" dirty="0"/>
          </a:p>
        </p:txBody>
      </p:sp>
      <p:sp>
        <p:nvSpPr>
          <p:cNvPr id="24" name="Text 21"/>
          <p:cNvSpPr/>
          <p:nvPr/>
        </p:nvSpPr>
        <p:spPr>
          <a:xfrm>
            <a:off x="3143250" y="3524250"/>
            <a:ext cx="11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9"/>
              </a:lnSpc>
              <a:buNone/>
            </a:pPr>
            <a:r>
              <a:rPr lang="en-US" sz="817" b="1" spc="-1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817" dirty="0"/>
          </a:p>
        </p:txBody>
      </p:sp>
      <p:sp>
        <p:nvSpPr>
          <p:cNvPr id="25" name="Text 22"/>
          <p:cNvSpPr/>
          <p:nvPr/>
        </p:nvSpPr>
        <p:spPr>
          <a:xfrm>
            <a:off x="514350" y="2466975"/>
            <a:ext cx="9429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64" b="1" spc="-23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Salgado  ←</a:t>
            </a:r>
            <a:endParaRPr lang="en-US" sz="1164" dirty="0"/>
          </a:p>
        </p:txBody>
      </p:sp>
      <p:sp>
        <p:nvSpPr>
          <p:cNvPr id="26" name="Text 23"/>
          <p:cNvSpPr/>
          <p:nvPr/>
        </p:nvSpPr>
        <p:spPr>
          <a:xfrm>
            <a:off x="390525" y="2786063"/>
            <a:ext cx="1500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90525" y="3128963"/>
            <a:ext cx="152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390525" y="3471863"/>
            <a:ext cx="92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9" name="Text 26"/>
          <p:cNvSpPr/>
          <p:nvPr/>
        </p:nvSpPr>
        <p:spPr>
          <a:xfrm>
            <a:off x="747713" y="4157663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Alterar status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790950" y="2357438"/>
            <a:ext cx="4953000" cy="2290763"/>
          </a:xfrm>
          <a:prstGeom prst="roundRect">
            <a:avLst>
              <a:gd name="adj" fmla="val 15967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162425" y="2466975"/>
            <a:ext cx="437197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825" b="1" spc="-3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item tera seu status alterado?</a:t>
            </a:r>
            <a:endParaRPr lang="en-US" sz="1825" dirty="0"/>
          </a:p>
        </p:txBody>
      </p:sp>
      <p:sp>
        <p:nvSpPr>
          <p:cNvPr id="32" name="Text 29"/>
          <p:cNvSpPr/>
          <p:nvPr/>
        </p:nvSpPr>
        <p:spPr>
          <a:xfrm>
            <a:off x="4414838" y="2928938"/>
            <a:ext cx="3695700" cy="438150"/>
          </a:xfrm>
          <a:prstGeom prst="roundRect">
            <a:avLst>
              <a:gd name="adj" fmla="val 83478"/>
            </a:avLst>
          </a:prstGeom>
          <a:solidFill>
            <a:srgbClr val="FFFFFF"/>
          </a:solidFill>
          <a:ln w="13573">
            <a:solidFill>
              <a:srgbClr val="1573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 rot="10796724">
            <a:off x="4486395" y="3043408"/>
            <a:ext cx="356948" cy="252362"/>
          </a:xfrm>
          <a:prstGeom prst="triangl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 rot="5438196">
            <a:off x="4717243" y="3143250"/>
            <a:ext cx="428651" cy="0"/>
          </a:xfrm>
          <a:prstGeom prst="line">
            <a:avLst/>
          </a:prstGeom>
          <a:noFill/>
          <a:ln w="9049">
            <a:solidFill>
              <a:srgbClr val="1573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10275" y="3033713"/>
            <a:ext cx="671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36" name="Text 33"/>
          <p:cNvSpPr/>
          <p:nvPr/>
        </p:nvSpPr>
        <p:spPr>
          <a:xfrm>
            <a:off x="5857875" y="4090987"/>
            <a:ext cx="97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Adicionado!</a:t>
            </a:r>
            <a:endParaRPr lang="en-US" sz="1283" dirty="0"/>
          </a:p>
        </p:txBody>
      </p:sp>
      <p:sp>
        <p:nvSpPr>
          <p:cNvPr id="37" name="Text 34"/>
          <p:cNvSpPr/>
          <p:nvPr/>
        </p:nvSpPr>
        <p:spPr>
          <a:xfrm>
            <a:off x="5400675" y="3471863"/>
            <a:ext cx="1890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no estoque</a:t>
            </a:r>
            <a:endParaRPr lang="en-US" sz="1283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19075" y="1285875"/>
            <a:ext cx="8677275" cy="3590925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81138" y="1476375"/>
            <a:ext cx="404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562350" y="1476375"/>
            <a:ext cx="1804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comprada</a:t>
            </a:r>
            <a:endParaRPr lang="en-US" sz="1283" dirty="0"/>
          </a:p>
        </p:txBody>
      </p:sp>
      <p:sp>
        <p:nvSpPr>
          <p:cNvPr id="10" name="Shape 7"/>
          <p:cNvSpPr/>
          <p:nvPr/>
        </p:nvSpPr>
        <p:spPr>
          <a:xfrm rot="5400000">
            <a:off x="-1578769" y="3078956"/>
            <a:ext cx="359568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55494" y="1281113"/>
            <a:ext cx="19050" cy="359568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17031" y="1278731"/>
            <a:ext cx="19050" cy="35956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 rot="5400000">
            <a:off x="7165181" y="3074194"/>
            <a:ext cx="339566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7650" y="1876425"/>
            <a:ext cx="8648711" cy="2385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 rot="-10798090">
            <a:off x="233362" y="3679052"/>
            <a:ext cx="864870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19075" y="4429125"/>
            <a:ext cx="8648711" cy="23854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47645" y="3109870"/>
            <a:ext cx="8648711" cy="23854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47643" y="2509795"/>
            <a:ext cx="8648711" cy="2385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62700" y="1476375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encomendada</a:t>
            </a:r>
            <a:endParaRPr lang="en-US" sz="1283" dirty="0"/>
          </a:p>
        </p:txBody>
      </p:sp>
      <p:sp>
        <p:nvSpPr>
          <p:cNvPr id="20" name="Text 11"/>
          <p:cNvSpPr/>
          <p:nvPr/>
        </p:nvSpPr>
        <p:spPr>
          <a:xfrm>
            <a:off x="1062038" y="2081212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1" name="Text 12"/>
          <p:cNvSpPr/>
          <p:nvPr/>
        </p:nvSpPr>
        <p:spPr>
          <a:xfrm>
            <a:off x="1033462" y="2695575"/>
            <a:ext cx="1271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2" name="Text 13"/>
          <p:cNvSpPr/>
          <p:nvPr/>
        </p:nvSpPr>
        <p:spPr>
          <a:xfrm>
            <a:off x="1304925" y="3286125"/>
            <a:ext cx="671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3" name="Text 14"/>
          <p:cNvSpPr/>
          <p:nvPr/>
        </p:nvSpPr>
        <p:spPr>
          <a:xfrm>
            <a:off x="1414463" y="3943350"/>
            <a:ext cx="452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Pepsi</a:t>
            </a:r>
            <a:endParaRPr lang="en-US" sz="1283" dirty="0"/>
          </a:p>
        </p:txBody>
      </p:sp>
      <p:sp>
        <p:nvSpPr>
          <p:cNvPr id="24" name="Text 15"/>
          <p:cNvSpPr/>
          <p:nvPr/>
        </p:nvSpPr>
        <p:spPr>
          <a:xfrm>
            <a:off x="8848725" y="1285875"/>
            <a:ext cx="76200" cy="3590925"/>
          </a:xfrm>
          <a:prstGeom prst="rect">
            <a:avLst/>
          </a:prstGeom>
          <a:solidFill>
            <a:srgbClr val="828282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8848725" y="1433513"/>
            <a:ext cx="76200" cy="385763"/>
          </a:xfrm>
          <a:prstGeom prst="roundRect">
            <a:avLst>
              <a:gd name="adj" fmla="val 240000"/>
            </a:avLst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8848725" y="1281113"/>
            <a:ext cx="76200" cy="100013"/>
          </a:xfrm>
          <a:prstGeom prst="rect">
            <a:avLst/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8848725" y="4776788"/>
            <a:ext cx="76200" cy="100013"/>
          </a:xfrm>
          <a:prstGeom prst="rect">
            <a:avLst/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19"/>
          <p:cNvSpPr/>
          <p:nvPr/>
        </p:nvSpPr>
        <p:spPr>
          <a:xfrm rot="-7389">
            <a:off x="204788" y="1281420"/>
            <a:ext cx="872015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391025" y="2081212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0" name="Text 21"/>
          <p:cNvSpPr/>
          <p:nvPr/>
        </p:nvSpPr>
        <p:spPr>
          <a:xfrm>
            <a:off x="4391025" y="328612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1" name="Text 22"/>
          <p:cNvSpPr/>
          <p:nvPr/>
        </p:nvSpPr>
        <p:spPr>
          <a:xfrm>
            <a:off x="4391025" y="3943350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4x</a:t>
            </a:r>
            <a:endParaRPr lang="en-US" sz="1283" dirty="0"/>
          </a:p>
        </p:txBody>
      </p:sp>
      <p:sp>
        <p:nvSpPr>
          <p:cNvPr id="32" name="Text 23"/>
          <p:cNvSpPr/>
          <p:nvPr/>
        </p:nvSpPr>
        <p:spPr>
          <a:xfrm>
            <a:off x="7334250" y="2081212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1283" dirty="0"/>
          </a:p>
        </p:txBody>
      </p:sp>
      <p:sp>
        <p:nvSpPr>
          <p:cNvPr id="33" name="Text 24"/>
          <p:cNvSpPr/>
          <p:nvPr/>
        </p:nvSpPr>
        <p:spPr>
          <a:xfrm>
            <a:off x="7334250" y="269557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4" name="Text 25"/>
          <p:cNvSpPr/>
          <p:nvPr/>
        </p:nvSpPr>
        <p:spPr>
          <a:xfrm>
            <a:off x="7334250" y="328612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5" name="Text 26"/>
          <p:cNvSpPr/>
          <p:nvPr/>
        </p:nvSpPr>
        <p:spPr>
          <a:xfrm>
            <a:off x="7334250" y="3943350"/>
            <a:ext cx="20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2x</a:t>
            </a:r>
            <a:endParaRPr lang="en-US" sz="1283" dirty="0"/>
          </a:p>
        </p:txBody>
      </p:sp>
      <p:sp>
        <p:nvSpPr>
          <p:cNvPr id="36" name="Text 27"/>
          <p:cNvSpPr/>
          <p:nvPr/>
        </p:nvSpPr>
        <p:spPr>
          <a:xfrm>
            <a:off x="4362450" y="2695575"/>
            <a:ext cx="20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2x</a:t>
            </a:r>
            <a:endParaRPr lang="en-US" sz="1283" dirty="0"/>
          </a:p>
        </p:txBody>
      </p:sp>
      <p:sp>
        <p:nvSpPr>
          <p:cNvPr id="37" name="Text 28"/>
          <p:cNvSpPr/>
          <p:nvPr/>
        </p:nvSpPr>
        <p:spPr>
          <a:xfrm>
            <a:off x="3390900" y="4714875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Atualizar relatório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19075" y="1285875"/>
            <a:ext cx="8677275" cy="3590925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81138" y="1476375"/>
            <a:ext cx="404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562350" y="1476375"/>
            <a:ext cx="1804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comprada</a:t>
            </a:r>
            <a:endParaRPr lang="en-US" sz="1283" dirty="0"/>
          </a:p>
        </p:txBody>
      </p:sp>
      <p:sp>
        <p:nvSpPr>
          <p:cNvPr id="10" name="Shape 7"/>
          <p:cNvSpPr/>
          <p:nvPr/>
        </p:nvSpPr>
        <p:spPr>
          <a:xfrm rot="5400000">
            <a:off x="-1578769" y="3078956"/>
            <a:ext cx="359568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55494" y="1281113"/>
            <a:ext cx="19050" cy="359568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17031" y="1278731"/>
            <a:ext cx="19050" cy="35956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 rot="5400000">
            <a:off x="7165181" y="3074194"/>
            <a:ext cx="339566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7650" y="1876425"/>
            <a:ext cx="8648710" cy="2385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 rot="-10798090">
            <a:off x="233362" y="3679052"/>
            <a:ext cx="864870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19075" y="4429125"/>
            <a:ext cx="8648710" cy="23854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47645" y="3109870"/>
            <a:ext cx="8648710" cy="23854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47643" y="2509795"/>
            <a:ext cx="8648710" cy="2385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62700" y="1476375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encomendada</a:t>
            </a:r>
            <a:endParaRPr lang="en-US" sz="1283" dirty="0"/>
          </a:p>
        </p:txBody>
      </p:sp>
      <p:sp>
        <p:nvSpPr>
          <p:cNvPr id="20" name="Text 11"/>
          <p:cNvSpPr/>
          <p:nvPr/>
        </p:nvSpPr>
        <p:spPr>
          <a:xfrm>
            <a:off x="1062038" y="2081212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</a:t>
            </a:r>
            <a:endParaRPr lang="en-US" sz="1283" dirty="0"/>
          </a:p>
        </p:txBody>
      </p:sp>
      <p:sp>
        <p:nvSpPr>
          <p:cNvPr id="21" name="Text 12"/>
          <p:cNvSpPr/>
          <p:nvPr/>
        </p:nvSpPr>
        <p:spPr>
          <a:xfrm>
            <a:off x="1033462" y="2695575"/>
            <a:ext cx="1271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Esfirra de carne</a:t>
            </a:r>
            <a:endParaRPr lang="en-US" sz="1283" dirty="0"/>
          </a:p>
        </p:txBody>
      </p:sp>
      <p:sp>
        <p:nvSpPr>
          <p:cNvPr id="22" name="Text 13"/>
          <p:cNvSpPr/>
          <p:nvPr/>
        </p:nvSpPr>
        <p:spPr>
          <a:xfrm>
            <a:off x="1304925" y="3286125"/>
            <a:ext cx="671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Coxinha</a:t>
            </a:r>
            <a:endParaRPr lang="en-US" sz="1283" dirty="0"/>
          </a:p>
        </p:txBody>
      </p:sp>
      <p:sp>
        <p:nvSpPr>
          <p:cNvPr id="23" name="Text 14"/>
          <p:cNvSpPr/>
          <p:nvPr/>
        </p:nvSpPr>
        <p:spPr>
          <a:xfrm>
            <a:off x="1414463" y="3943350"/>
            <a:ext cx="452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Pepsi</a:t>
            </a:r>
            <a:endParaRPr lang="en-US" sz="1283" dirty="0"/>
          </a:p>
        </p:txBody>
      </p:sp>
      <p:sp>
        <p:nvSpPr>
          <p:cNvPr id="24" name="Text 15"/>
          <p:cNvSpPr/>
          <p:nvPr/>
        </p:nvSpPr>
        <p:spPr>
          <a:xfrm>
            <a:off x="8848725" y="1285875"/>
            <a:ext cx="76200" cy="3590925"/>
          </a:xfrm>
          <a:prstGeom prst="rect">
            <a:avLst/>
          </a:prstGeom>
          <a:solidFill>
            <a:srgbClr val="828282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8848725" y="1433513"/>
            <a:ext cx="76200" cy="385763"/>
          </a:xfrm>
          <a:prstGeom prst="roundRect">
            <a:avLst>
              <a:gd name="adj" fmla="val 240000"/>
            </a:avLst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8848725" y="1281113"/>
            <a:ext cx="76200" cy="100013"/>
          </a:xfrm>
          <a:prstGeom prst="rect">
            <a:avLst/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8848725" y="4776788"/>
            <a:ext cx="76200" cy="100013"/>
          </a:xfrm>
          <a:prstGeom prst="rect">
            <a:avLst/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19"/>
          <p:cNvSpPr/>
          <p:nvPr/>
        </p:nvSpPr>
        <p:spPr>
          <a:xfrm rot="-7389">
            <a:off x="204788" y="1281420"/>
            <a:ext cx="872015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391025" y="2081212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0" name="Text 21"/>
          <p:cNvSpPr/>
          <p:nvPr/>
        </p:nvSpPr>
        <p:spPr>
          <a:xfrm>
            <a:off x="4391025" y="328612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1" name="Text 22"/>
          <p:cNvSpPr/>
          <p:nvPr/>
        </p:nvSpPr>
        <p:spPr>
          <a:xfrm>
            <a:off x="4391025" y="3943350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4x</a:t>
            </a:r>
            <a:endParaRPr lang="en-US" sz="1283" dirty="0"/>
          </a:p>
        </p:txBody>
      </p:sp>
      <p:sp>
        <p:nvSpPr>
          <p:cNvPr id="32" name="Text 23"/>
          <p:cNvSpPr/>
          <p:nvPr/>
        </p:nvSpPr>
        <p:spPr>
          <a:xfrm>
            <a:off x="7334250" y="2081212"/>
            <a:ext cx="214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0x</a:t>
            </a:r>
            <a:endParaRPr lang="en-US" sz="1283" dirty="0"/>
          </a:p>
        </p:txBody>
      </p:sp>
      <p:sp>
        <p:nvSpPr>
          <p:cNvPr id="33" name="Text 24"/>
          <p:cNvSpPr/>
          <p:nvPr/>
        </p:nvSpPr>
        <p:spPr>
          <a:xfrm>
            <a:off x="7334250" y="269557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4" name="Text 25"/>
          <p:cNvSpPr/>
          <p:nvPr/>
        </p:nvSpPr>
        <p:spPr>
          <a:xfrm>
            <a:off x="7334250" y="328612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</a:t>
            </a:r>
            <a:endParaRPr lang="en-US" sz="1283" dirty="0"/>
          </a:p>
        </p:txBody>
      </p:sp>
      <p:sp>
        <p:nvSpPr>
          <p:cNvPr id="35" name="Text 26"/>
          <p:cNvSpPr/>
          <p:nvPr/>
        </p:nvSpPr>
        <p:spPr>
          <a:xfrm>
            <a:off x="7334250" y="3943350"/>
            <a:ext cx="20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2x</a:t>
            </a:r>
            <a:endParaRPr lang="en-US" sz="1283" dirty="0"/>
          </a:p>
        </p:txBody>
      </p:sp>
      <p:sp>
        <p:nvSpPr>
          <p:cNvPr id="36" name="Text 27"/>
          <p:cNvSpPr/>
          <p:nvPr/>
        </p:nvSpPr>
        <p:spPr>
          <a:xfrm>
            <a:off x="4362450" y="2695575"/>
            <a:ext cx="20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2x</a:t>
            </a:r>
            <a:endParaRPr lang="en-US" sz="1283" dirty="0"/>
          </a:p>
        </p:txBody>
      </p:sp>
      <p:sp>
        <p:nvSpPr>
          <p:cNvPr id="37" name="Text 28"/>
          <p:cNvSpPr/>
          <p:nvPr/>
        </p:nvSpPr>
        <p:spPr>
          <a:xfrm>
            <a:off x="3390900" y="4714875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Atualizar relatório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119063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informações clientes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2700" y="-4762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3767" y="6022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685800"/>
            <a:ext cx="8963025" cy="4267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52425" y="862013"/>
            <a:ext cx="1228725" cy="1223963"/>
          </a:xfrm>
          <a:prstGeom prst="roundRect">
            <a:avLst>
              <a:gd name="adj" fmla="val 14942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9575" y="919162"/>
            <a:ext cx="1109663" cy="1109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425" y="2209800"/>
            <a:ext cx="1228725" cy="1223963"/>
          </a:xfrm>
          <a:prstGeom prst="roundRect">
            <a:avLst>
              <a:gd name="adj" fmla="val 14942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9575" y="2266950"/>
            <a:ext cx="1109663" cy="1109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2425" y="3557588"/>
            <a:ext cx="1228725" cy="1223963"/>
          </a:xfrm>
          <a:prstGeom prst="roundRect">
            <a:avLst>
              <a:gd name="adj" fmla="val 14942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9575" y="3614738"/>
            <a:ext cx="1109663" cy="11096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96350" y="690563"/>
            <a:ext cx="152400" cy="4257675"/>
          </a:xfrm>
          <a:prstGeom prst="rect">
            <a:avLst/>
          </a:prstGeom>
          <a:solidFill>
            <a:srgbClr val="828282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8910638" y="862013"/>
            <a:ext cx="123825" cy="457200"/>
          </a:xfrm>
          <a:prstGeom prst="roundRect">
            <a:avLst>
              <a:gd name="adj" fmla="val 147692"/>
            </a:avLst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8896350" y="685800"/>
            <a:ext cx="147638" cy="176213"/>
          </a:xfrm>
          <a:prstGeom prst="rect">
            <a:avLst/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8896350" y="4781550"/>
            <a:ext cx="147638" cy="176213"/>
          </a:xfrm>
          <a:prstGeom prst="roundRect">
            <a:avLst>
              <a:gd name="adj" fmla="val 12387"/>
            </a:avLst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1733550" y="862013"/>
            <a:ext cx="6910388" cy="1195388"/>
          </a:xfrm>
          <a:prstGeom prst="roundRect">
            <a:avLst>
              <a:gd name="adj" fmla="val 7649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1733550" y="2219325"/>
            <a:ext cx="6910388" cy="1195388"/>
          </a:xfrm>
          <a:prstGeom prst="roundRect">
            <a:avLst>
              <a:gd name="adj" fmla="val 7649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1733550" y="3586163"/>
            <a:ext cx="6910388" cy="1195388"/>
          </a:xfrm>
          <a:prstGeom prst="roundRect">
            <a:avLst>
              <a:gd name="adj" fmla="val 7649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1757363" y="2266950"/>
            <a:ext cx="1585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Nome: Corey Taylor</a:t>
            </a:r>
            <a:endParaRPr lang="en-US" sz="1283" dirty="0"/>
          </a:p>
        </p:txBody>
      </p:sp>
      <p:sp>
        <p:nvSpPr>
          <p:cNvPr id="21" name="Text 15"/>
          <p:cNvSpPr/>
          <p:nvPr/>
        </p:nvSpPr>
        <p:spPr>
          <a:xfrm>
            <a:off x="1757363" y="914400"/>
            <a:ext cx="138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Nome: Sid wilson</a:t>
            </a:r>
            <a:endParaRPr lang="en-US" sz="1283" dirty="0"/>
          </a:p>
        </p:txBody>
      </p:sp>
      <p:sp>
        <p:nvSpPr>
          <p:cNvPr id="22" name="Text 16"/>
          <p:cNvSpPr/>
          <p:nvPr/>
        </p:nvSpPr>
        <p:spPr>
          <a:xfrm>
            <a:off x="1757363" y="1204913"/>
            <a:ext cx="33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1</a:t>
            </a:r>
            <a:endParaRPr lang="en-US" sz="1283" dirty="0"/>
          </a:p>
        </p:txBody>
      </p:sp>
      <p:sp>
        <p:nvSpPr>
          <p:cNvPr id="23" name="Text 17"/>
          <p:cNvSpPr/>
          <p:nvPr/>
        </p:nvSpPr>
        <p:spPr>
          <a:xfrm>
            <a:off x="1743075" y="2590800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2</a:t>
            </a:r>
            <a:endParaRPr lang="en-US" sz="1283" dirty="0"/>
          </a:p>
        </p:txBody>
      </p:sp>
      <p:sp>
        <p:nvSpPr>
          <p:cNvPr id="24" name="Text 18"/>
          <p:cNvSpPr/>
          <p:nvPr/>
        </p:nvSpPr>
        <p:spPr>
          <a:xfrm>
            <a:off x="1743075" y="3995738"/>
            <a:ext cx="36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3</a:t>
            </a:r>
            <a:endParaRPr lang="en-US" sz="1283" dirty="0"/>
          </a:p>
        </p:txBody>
      </p:sp>
      <p:sp>
        <p:nvSpPr>
          <p:cNvPr id="25" name="Text 19"/>
          <p:cNvSpPr/>
          <p:nvPr/>
        </p:nvSpPr>
        <p:spPr>
          <a:xfrm>
            <a:off x="1757363" y="3624263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Nome: Eloy Casagrande</a:t>
            </a:r>
            <a:endParaRPr lang="en-US" sz="1283" dirty="0"/>
          </a:p>
        </p:txBody>
      </p:sp>
      <p:sp>
        <p:nvSpPr>
          <p:cNvPr id="26" name="Text 20"/>
          <p:cNvSpPr/>
          <p:nvPr/>
        </p:nvSpPr>
        <p:spPr>
          <a:xfrm>
            <a:off x="1743075" y="4367213"/>
            <a:ext cx="2424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cadastro: 12/06/2026 </a:t>
            </a:r>
            <a:endParaRPr lang="en-US" sz="1283" dirty="0"/>
          </a:p>
        </p:txBody>
      </p:sp>
      <p:sp>
        <p:nvSpPr>
          <p:cNvPr id="27" name="Text 21"/>
          <p:cNvSpPr/>
          <p:nvPr/>
        </p:nvSpPr>
        <p:spPr>
          <a:xfrm>
            <a:off x="1733550" y="2947988"/>
            <a:ext cx="245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cadastro: 07/06/2026</a:t>
            </a:r>
            <a:endParaRPr lang="en-US" sz="1283" dirty="0"/>
          </a:p>
        </p:txBody>
      </p:sp>
      <p:sp>
        <p:nvSpPr>
          <p:cNvPr id="28" name="Text 22"/>
          <p:cNvSpPr/>
          <p:nvPr/>
        </p:nvSpPr>
        <p:spPr>
          <a:xfrm>
            <a:off x="1714500" y="1566863"/>
            <a:ext cx="247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cadastro: 04/06/2026</a:t>
            </a:r>
            <a:endParaRPr lang="en-US" sz="1283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119063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informações clientes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2700" y="-4762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3767" y="6022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685800"/>
            <a:ext cx="8963025" cy="4267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8125" y="776288"/>
            <a:ext cx="1228725" cy="1223963"/>
          </a:xfrm>
          <a:prstGeom prst="roundRect">
            <a:avLst>
              <a:gd name="adj" fmla="val 14942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5275" y="833438"/>
            <a:ext cx="1109663" cy="1109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96350" y="690563"/>
            <a:ext cx="152400" cy="4257675"/>
          </a:xfrm>
          <a:prstGeom prst="rect">
            <a:avLst/>
          </a:prstGeom>
          <a:solidFill>
            <a:srgbClr val="828282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910638" y="862013"/>
            <a:ext cx="123825" cy="457200"/>
          </a:xfrm>
          <a:prstGeom prst="roundRect">
            <a:avLst>
              <a:gd name="adj" fmla="val 147692"/>
            </a:avLst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896350" y="685800"/>
            <a:ext cx="147638" cy="176213"/>
          </a:xfrm>
          <a:prstGeom prst="rect">
            <a:avLst/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8896350" y="4781550"/>
            <a:ext cx="147638" cy="176213"/>
          </a:xfrm>
          <a:prstGeom prst="roundRect">
            <a:avLst>
              <a:gd name="adj" fmla="val 12387"/>
            </a:avLst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595438" y="790575"/>
            <a:ext cx="7072313" cy="1195388"/>
          </a:xfrm>
          <a:prstGeom prst="roundRect">
            <a:avLst>
              <a:gd name="adj" fmla="val 7649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38125" y="2443163"/>
            <a:ext cx="8429625" cy="2381250"/>
          </a:xfrm>
          <a:prstGeom prst="roundRect">
            <a:avLst>
              <a:gd name="adj" fmla="val 3840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671638" y="1162050"/>
            <a:ext cx="36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3</a:t>
            </a:r>
            <a:endParaRPr lang="en-US" sz="1283" dirty="0"/>
          </a:p>
        </p:txBody>
      </p:sp>
      <p:sp>
        <p:nvSpPr>
          <p:cNvPr id="16" name="Text 12"/>
          <p:cNvSpPr/>
          <p:nvPr/>
        </p:nvSpPr>
        <p:spPr>
          <a:xfrm>
            <a:off x="1671638" y="828675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Nome: Eloy Casagrande</a:t>
            </a:r>
            <a:endParaRPr lang="en-US" sz="1283" dirty="0"/>
          </a:p>
        </p:txBody>
      </p:sp>
      <p:sp>
        <p:nvSpPr>
          <p:cNvPr id="17" name="Text 13"/>
          <p:cNvSpPr/>
          <p:nvPr/>
        </p:nvSpPr>
        <p:spPr>
          <a:xfrm>
            <a:off x="3390900" y="2052637"/>
            <a:ext cx="23622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817" b="1" spc="-3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pedidos</a:t>
            </a:r>
            <a:endParaRPr lang="en-US" sz="1817" dirty="0"/>
          </a:p>
        </p:txBody>
      </p:sp>
      <p:sp>
        <p:nvSpPr>
          <p:cNvPr id="18" name="Text 14"/>
          <p:cNvSpPr/>
          <p:nvPr/>
        </p:nvSpPr>
        <p:spPr>
          <a:xfrm>
            <a:off x="1671638" y="1504950"/>
            <a:ext cx="2424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cadastro: 12/06/2026 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352425" y="2819400"/>
            <a:ext cx="1000125" cy="214313"/>
          </a:xfrm>
          <a:prstGeom prst="roundRect">
            <a:avLst>
              <a:gd name="adj" fmla="val 426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81000" y="2824163"/>
            <a:ext cx="9477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12/06/2026 </a:t>
            </a:r>
            <a:endParaRPr lang="en-US" sz="1251" dirty="0"/>
          </a:p>
        </p:txBody>
      </p:sp>
      <p:sp>
        <p:nvSpPr>
          <p:cNvPr id="21" name="Text 17"/>
          <p:cNvSpPr/>
          <p:nvPr/>
        </p:nvSpPr>
        <p:spPr>
          <a:xfrm>
            <a:off x="352425" y="3405188"/>
            <a:ext cx="1000125" cy="214313"/>
          </a:xfrm>
          <a:prstGeom prst="roundRect">
            <a:avLst>
              <a:gd name="adj" fmla="val 426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81000" y="3409950"/>
            <a:ext cx="9477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12/06/2026 </a:t>
            </a:r>
            <a:endParaRPr lang="en-US" sz="1251" dirty="0"/>
          </a:p>
        </p:txBody>
      </p:sp>
      <p:sp>
        <p:nvSpPr>
          <p:cNvPr id="23" name="Text 19"/>
          <p:cNvSpPr/>
          <p:nvPr/>
        </p:nvSpPr>
        <p:spPr>
          <a:xfrm>
            <a:off x="352425" y="4019550"/>
            <a:ext cx="1000125" cy="214313"/>
          </a:xfrm>
          <a:prstGeom prst="roundRect">
            <a:avLst>
              <a:gd name="adj" fmla="val 4266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81000" y="4024313"/>
            <a:ext cx="9477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12/06/2026 </a:t>
            </a:r>
            <a:endParaRPr lang="en-US" sz="125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119063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informações clientes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2700" y="-4762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3767" y="6022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685800"/>
            <a:ext cx="8963025" cy="4267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8125" y="776288"/>
            <a:ext cx="1228725" cy="1223963"/>
          </a:xfrm>
          <a:prstGeom prst="roundRect">
            <a:avLst>
              <a:gd name="adj" fmla="val 14942"/>
            </a:avLst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5275" y="833438"/>
            <a:ext cx="1109663" cy="1109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96350" y="690563"/>
            <a:ext cx="152400" cy="4257675"/>
          </a:xfrm>
          <a:prstGeom prst="rect">
            <a:avLst/>
          </a:prstGeom>
          <a:solidFill>
            <a:srgbClr val="828282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910638" y="862013"/>
            <a:ext cx="123825" cy="457200"/>
          </a:xfrm>
          <a:prstGeom prst="roundRect">
            <a:avLst>
              <a:gd name="adj" fmla="val 147692"/>
            </a:avLst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896350" y="685800"/>
            <a:ext cx="147638" cy="176213"/>
          </a:xfrm>
          <a:prstGeom prst="rect">
            <a:avLst/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8896350" y="4781550"/>
            <a:ext cx="147638" cy="176213"/>
          </a:xfrm>
          <a:prstGeom prst="roundRect">
            <a:avLst>
              <a:gd name="adj" fmla="val 12387"/>
            </a:avLst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595438" y="790575"/>
            <a:ext cx="7072313" cy="1195388"/>
          </a:xfrm>
          <a:prstGeom prst="roundRect">
            <a:avLst>
              <a:gd name="adj" fmla="val 7649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38125" y="2443163"/>
            <a:ext cx="8429625" cy="2428875"/>
          </a:xfrm>
          <a:prstGeom prst="roundRect">
            <a:avLst>
              <a:gd name="adj" fmla="val 3765"/>
            </a:avLst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671638" y="1162050"/>
            <a:ext cx="36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3</a:t>
            </a:r>
            <a:endParaRPr lang="en-US" sz="1283" dirty="0"/>
          </a:p>
        </p:txBody>
      </p:sp>
      <p:sp>
        <p:nvSpPr>
          <p:cNvPr id="16" name="Text 12"/>
          <p:cNvSpPr/>
          <p:nvPr/>
        </p:nvSpPr>
        <p:spPr>
          <a:xfrm>
            <a:off x="1671638" y="828675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Nome: Eloy Casagrande</a:t>
            </a:r>
            <a:endParaRPr lang="en-US" sz="1283" dirty="0"/>
          </a:p>
        </p:txBody>
      </p:sp>
      <p:sp>
        <p:nvSpPr>
          <p:cNvPr id="17" name="Text 13"/>
          <p:cNvSpPr/>
          <p:nvPr/>
        </p:nvSpPr>
        <p:spPr>
          <a:xfrm>
            <a:off x="3390900" y="2052637"/>
            <a:ext cx="23622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817" b="1" spc="-3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pedidos</a:t>
            </a:r>
            <a:endParaRPr lang="en-US" sz="1817" dirty="0"/>
          </a:p>
        </p:txBody>
      </p:sp>
      <p:sp>
        <p:nvSpPr>
          <p:cNvPr id="18" name="Text 14"/>
          <p:cNvSpPr/>
          <p:nvPr/>
        </p:nvSpPr>
        <p:spPr>
          <a:xfrm>
            <a:off x="1671638" y="1504950"/>
            <a:ext cx="2424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 cadastro: 12/06/2026 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352425" y="2819400"/>
            <a:ext cx="1000125" cy="214313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81000" y="2824163"/>
            <a:ext cx="9477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12/06/2026 </a:t>
            </a:r>
            <a:endParaRPr lang="en-US" sz="1251" dirty="0"/>
          </a:p>
        </p:txBody>
      </p:sp>
      <p:sp>
        <p:nvSpPr>
          <p:cNvPr id="21" name="Text 17"/>
          <p:cNvSpPr/>
          <p:nvPr/>
        </p:nvSpPr>
        <p:spPr>
          <a:xfrm>
            <a:off x="352425" y="4084290"/>
            <a:ext cx="1000125" cy="196937"/>
          </a:xfrm>
          <a:prstGeom prst="roundRect">
            <a:avLst>
              <a:gd name="adj" fmla="val 46431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76238" y="4088664"/>
            <a:ext cx="952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13/06/2026 </a:t>
            </a:r>
            <a:endParaRPr lang="en-US" sz="1251" dirty="0"/>
          </a:p>
        </p:txBody>
      </p:sp>
      <p:sp>
        <p:nvSpPr>
          <p:cNvPr id="23" name="Text 19"/>
          <p:cNvSpPr/>
          <p:nvPr/>
        </p:nvSpPr>
        <p:spPr>
          <a:xfrm>
            <a:off x="352425" y="4648844"/>
            <a:ext cx="1000125" cy="196937"/>
          </a:xfrm>
          <a:prstGeom prst="roundRect">
            <a:avLst>
              <a:gd name="adj" fmla="val 46431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61950" y="4653221"/>
            <a:ext cx="9810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20/06/2026 </a:t>
            </a:r>
            <a:endParaRPr lang="en-US" sz="1251" dirty="0"/>
          </a:p>
        </p:txBody>
      </p:sp>
      <p:sp>
        <p:nvSpPr>
          <p:cNvPr id="25" name="Text 21"/>
          <p:cNvSpPr/>
          <p:nvPr/>
        </p:nvSpPr>
        <p:spPr>
          <a:xfrm>
            <a:off x="1595438" y="2814638"/>
            <a:ext cx="6796088" cy="1281113"/>
          </a:xfrm>
          <a:prstGeom prst="roundRect">
            <a:avLst>
              <a:gd name="adj" fmla="val 71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671638" y="2824163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Intens pedidos:</a:t>
            </a:r>
            <a:endParaRPr lang="en-US" sz="1283" dirty="0"/>
          </a:p>
        </p:txBody>
      </p:sp>
      <p:sp>
        <p:nvSpPr>
          <p:cNvPr id="27" name="Text 23"/>
          <p:cNvSpPr/>
          <p:nvPr/>
        </p:nvSpPr>
        <p:spPr>
          <a:xfrm>
            <a:off x="1676400" y="3157538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total:</a:t>
            </a:r>
            <a:endParaRPr lang="en-US" sz="1283" dirty="0"/>
          </a:p>
        </p:txBody>
      </p:sp>
      <p:sp>
        <p:nvSpPr>
          <p:cNvPr id="28" name="Text 24"/>
          <p:cNvSpPr/>
          <p:nvPr/>
        </p:nvSpPr>
        <p:spPr>
          <a:xfrm>
            <a:off x="1671638" y="3486150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 de pagamento:</a:t>
            </a:r>
            <a:endParaRPr lang="en-US" sz="1283" dirty="0"/>
          </a:p>
        </p:txBody>
      </p:sp>
      <p:sp>
        <p:nvSpPr>
          <p:cNvPr id="29" name="Text 25"/>
          <p:cNvSpPr/>
          <p:nvPr/>
        </p:nvSpPr>
        <p:spPr>
          <a:xfrm>
            <a:off x="1647825" y="3819525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do pedido:</a:t>
            </a:r>
            <a:endParaRPr lang="en-US" sz="1283" dirty="0"/>
          </a:p>
        </p:txBody>
      </p:sp>
      <p:sp>
        <p:nvSpPr>
          <p:cNvPr id="30" name="Text 26"/>
          <p:cNvSpPr/>
          <p:nvPr/>
        </p:nvSpPr>
        <p:spPr>
          <a:xfrm>
            <a:off x="3867150" y="3157538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R$20,50</a:t>
            </a:r>
            <a:endParaRPr lang="en-US" sz="1283" dirty="0"/>
          </a:p>
        </p:txBody>
      </p:sp>
      <p:sp>
        <p:nvSpPr>
          <p:cNvPr id="31" name="Text 27"/>
          <p:cNvSpPr/>
          <p:nvPr/>
        </p:nvSpPr>
        <p:spPr>
          <a:xfrm>
            <a:off x="3867150" y="3486150"/>
            <a:ext cx="252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</a:t>
            </a:r>
            <a:endParaRPr lang="en-US" sz="1283" dirty="0"/>
          </a:p>
        </p:txBody>
      </p:sp>
      <p:sp>
        <p:nvSpPr>
          <p:cNvPr id="32" name="Text 28"/>
          <p:cNvSpPr/>
          <p:nvPr/>
        </p:nvSpPr>
        <p:spPr>
          <a:xfrm>
            <a:off x="3862387" y="2824163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 1x |</a:t>
            </a:r>
            <a:endParaRPr lang="en-US" sz="1283" dirty="0"/>
          </a:p>
        </p:txBody>
      </p:sp>
      <p:sp>
        <p:nvSpPr>
          <p:cNvPr id="33" name="Text 29"/>
          <p:cNvSpPr/>
          <p:nvPr/>
        </p:nvSpPr>
        <p:spPr>
          <a:xfrm>
            <a:off x="5414963" y="2824163"/>
            <a:ext cx="1452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de carne 1x </a:t>
            </a:r>
            <a:endParaRPr lang="en-US" sz="1283" dirty="0"/>
          </a:p>
        </p:txBody>
      </p:sp>
      <p:sp>
        <p:nvSpPr>
          <p:cNvPr id="34" name="Shape 30"/>
          <p:cNvSpPr/>
          <p:nvPr/>
        </p:nvSpPr>
        <p:spPr>
          <a:xfrm rot="-2414">
            <a:off x="1595438" y="3114675"/>
            <a:ext cx="6781802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-99979"/>
          <a:stretch/>
        </p:blipFill>
        <p:spPr>
          <a:xfrm>
            <a:off x="1595438" y="3433762"/>
            <a:ext cx="6781800" cy="9525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-99979"/>
          <a:stretch/>
        </p:blipFill>
        <p:spPr>
          <a:xfrm>
            <a:off x="1609725" y="3776662"/>
            <a:ext cx="6781800" cy="95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862387" y="3819525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123123abc</a:t>
            </a:r>
            <a:endParaRPr lang="en-US" sz="1283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261937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19075" y="1285875"/>
            <a:ext cx="8677275" cy="3590925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00125" y="1476375"/>
            <a:ext cx="48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2952750" y="14763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2981325" y="2081212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2986088" y="2690813"/>
            <a:ext cx="109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2986088" y="3257550"/>
            <a:ext cx="109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2995613" y="3886200"/>
            <a:ext cx="8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4481513" y="1476375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do pedido</a:t>
            </a:r>
            <a:endParaRPr lang="en-US" sz="1283" dirty="0"/>
          </a:p>
        </p:txBody>
      </p:sp>
      <p:sp>
        <p:nvSpPr>
          <p:cNvPr id="15" name="Shape 12"/>
          <p:cNvSpPr/>
          <p:nvPr/>
        </p:nvSpPr>
        <p:spPr>
          <a:xfrm rot="5400000">
            <a:off x="-1578769" y="3078956"/>
            <a:ext cx="359568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1281113"/>
            <a:ext cx="19050" cy="359568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10025" y="1290638"/>
            <a:ext cx="19050" cy="359568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52637" y="1300163"/>
            <a:ext cx="28575" cy="352906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 rot="5400000">
            <a:off x="7165181" y="3074194"/>
            <a:ext cx="339566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7650" y="1876425"/>
            <a:ext cx="8648709" cy="2385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 rot="-10798090">
            <a:off x="233362" y="3679052"/>
            <a:ext cx="864870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19075" y="4324308"/>
            <a:ext cx="8648709" cy="23854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47645" y="3109870"/>
            <a:ext cx="8648709" cy="23854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7645" y="2509795"/>
            <a:ext cx="8648709" cy="2385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24700" y="1476375"/>
            <a:ext cx="1328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do pedido</a:t>
            </a:r>
            <a:endParaRPr lang="en-US" sz="1283" dirty="0"/>
          </a:p>
        </p:txBody>
      </p:sp>
      <p:sp>
        <p:nvSpPr>
          <p:cNvPr id="26" name="Text 16"/>
          <p:cNvSpPr/>
          <p:nvPr/>
        </p:nvSpPr>
        <p:spPr>
          <a:xfrm>
            <a:off x="557213" y="2081212"/>
            <a:ext cx="1366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Eloy Casagrande</a:t>
            </a:r>
            <a:endParaRPr lang="en-US" sz="1283" dirty="0"/>
          </a:p>
        </p:txBody>
      </p:sp>
      <p:sp>
        <p:nvSpPr>
          <p:cNvPr id="27" name="Text 17"/>
          <p:cNvSpPr/>
          <p:nvPr/>
        </p:nvSpPr>
        <p:spPr>
          <a:xfrm>
            <a:off x="728663" y="2686050"/>
            <a:ext cx="1023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Corey Taylor</a:t>
            </a:r>
            <a:endParaRPr lang="en-US" sz="1283" dirty="0"/>
          </a:p>
        </p:txBody>
      </p:sp>
      <p:sp>
        <p:nvSpPr>
          <p:cNvPr id="28" name="Text 18"/>
          <p:cNvSpPr/>
          <p:nvPr/>
        </p:nvSpPr>
        <p:spPr>
          <a:xfrm>
            <a:off x="728663" y="3257550"/>
            <a:ext cx="1023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Corey Taylor</a:t>
            </a:r>
            <a:endParaRPr lang="en-US" sz="1283" dirty="0"/>
          </a:p>
        </p:txBody>
      </p:sp>
      <p:sp>
        <p:nvSpPr>
          <p:cNvPr id="29" name="Text 19"/>
          <p:cNvSpPr/>
          <p:nvPr/>
        </p:nvSpPr>
        <p:spPr>
          <a:xfrm>
            <a:off x="814388" y="38862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 Wilson</a:t>
            </a:r>
            <a:endParaRPr lang="en-US" sz="1283" dirty="0"/>
          </a:p>
        </p:txBody>
      </p:sp>
      <p:sp>
        <p:nvSpPr>
          <p:cNvPr id="30" name="Text 20"/>
          <p:cNvSpPr/>
          <p:nvPr/>
        </p:nvSpPr>
        <p:spPr>
          <a:xfrm>
            <a:off x="8848725" y="1285875"/>
            <a:ext cx="76200" cy="3590925"/>
          </a:xfrm>
          <a:prstGeom prst="rect">
            <a:avLst/>
          </a:prstGeom>
          <a:solidFill>
            <a:srgbClr val="828282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1"/>
          <p:cNvSpPr/>
          <p:nvPr/>
        </p:nvSpPr>
        <p:spPr>
          <a:xfrm>
            <a:off x="8848725" y="1433513"/>
            <a:ext cx="76200" cy="385763"/>
          </a:xfrm>
          <a:prstGeom prst="roundRect">
            <a:avLst>
              <a:gd name="adj" fmla="val 240000"/>
            </a:avLst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2"/>
          <p:cNvSpPr/>
          <p:nvPr/>
        </p:nvSpPr>
        <p:spPr>
          <a:xfrm>
            <a:off x="8848725" y="1281113"/>
            <a:ext cx="76200" cy="100013"/>
          </a:xfrm>
          <a:prstGeom prst="rect">
            <a:avLst/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8848725" y="4776788"/>
            <a:ext cx="76200" cy="100013"/>
          </a:xfrm>
          <a:prstGeom prst="rect">
            <a:avLst/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4"/>
          <p:cNvSpPr/>
          <p:nvPr/>
        </p:nvSpPr>
        <p:spPr>
          <a:xfrm rot="-7417">
            <a:off x="238125" y="1281420"/>
            <a:ext cx="868682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3390900" y="4714875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Voltar a tela de opções</a:t>
            </a: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4705350" y="2081212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123123abc</a:t>
            </a:r>
            <a:endParaRPr lang="en-US" sz="1283" dirty="0"/>
          </a:p>
        </p:txBody>
      </p:sp>
      <p:sp>
        <p:nvSpPr>
          <p:cNvPr id="37" name="Text 27"/>
          <p:cNvSpPr/>
          <p:nvPr/>
        </p:nvSpPr>
        <p:spPr>
          <a:xfrm>
            <a:off x="4672013" y="2690813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432433bca</a:t>
            </a:r>
            <a:endParaRPr lang="en-US" sz="1283" dirty="0"/>
          </a:p>
        </p:txBody>
      </p:sp>
      <p:sp>
        <p:nvSpPr>
          <p:cNvPr id="38" name="Text 28"/>
          <p:cNvSpPr/>
          <p:nvPr/>
        </p:nvSpPr>
        <p:spPr>
          <a:xfrm>
            <a:off x="4695825" y="325755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312785dac</a:t>
            </a:r>
            <a:endParaRPr lang="en-US" sz="1283" dirty="0"/>
          </a:p>
        </p:txBody>
      </p:sp>
      <p:sp>
        <p:nvSpPr>
          <p:cNvPr id="39" name="Text 29"/>
          <p:cNvSpPr/>
          <p:nvPr/>
        </p:nvSpPr>
        <p:spPr>
          <a:xfrm>
            <a:off x="4700588" y="3886200"/>
            <a:ext cx="90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132907aab</a:t>
            </a:r>
            <a:endParaRPr lang="en-US" sz="1283" dirty="0"/>
          </a:p>
        </p:txBody>
      </p:sp>
      <p:sp>
        <p:nvSpPr>
          <p:cNvPr id="40" name="Text 30"/>
          <p:cNvSpPr/>
          <p:nvPr/>
        </p:nvSpPr>
        <p:spPr>
          <a:xfrm>
            <a:off x="7315200" y="2081212"/>
            <a:ext cx="9477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12/06/2026 </a:t>
            </a:r>
            <a:endParaRPr lang="en-US" sz="1251" dirty="0"/>
          </a:p>
        </p:txBody>
      </p:sp>
      <p:sp>
        <p:nvSpPr>
          <p:cNvPr id="41" name="Text 31"/>
          <p:cNvSpPr/>
          <p:nvPr/>
        </p:nvSpPr>
        <p:spPr>
          <a:xfrm>
            <a:off x="7310438" y="3886200"/>
            <a:ext cx="9572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14/06/2026 </a:t>
            </a:r>
            <a:endParaRPr lang="en-US" sz="1251" dirty="0"/>
          </a:p>
        </p:txBody>
      </p:sp>
      <p:sp>
        <p:nvSpPr>
          <p:cNvPr id="42" name="Text 32"/>
          <p:cNvSpPr/>
          <p:nvPr/>
        </p:nvSpPr>
        <p:spPr>
          <a:xfrm>
            <a:off x="7310438" y="3248025"/>
            <a:ext cx="9572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14/06/2026 </a:t>
            </a:r>
            <a:endParaRPr lang="en-US" sz="1251" dirty="0"/>
          </a:p>
        </p:txBody>
      </p:sp>
      <p:sp>
        <p:nvSpPr>
          <p:cNvPr id="43" name="Text 33"/>
          <p:cNvSpPr/>
          <p:nvPr/>
        </p:nvSpPr>
        <p:spPr>
          <a:xfrm>
            <a:off x="7310438" y="2647950"/>
            <a:ext cx="952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13/06/2026 </a:t>
            </a:r>
            <a:endParaRPr lang="en-US" sz="125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98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" y="90488"/>
            <a:ext cx="3776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7"/>
              </a:lnSpc>
              <a:buNone/>
            </a:pPr>
            <a:r>
              <a:rPr lang="en-US" sz="948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Funcionário:  Relatório</a:t>
            </a:r>
            <a:endParaRPr lang="en-US" sz="948" dirty="0"/>
          </a:p>
        </p:txBody>
      </p:sp>
      <p:sp>
        <p:nvSpPr>
          <p:cNvPr id="3" name="Text 1"/>
          <p:cNvSpPr/>
          <p:nvPr/>
        </p:nvSpPr>
        <p:spPr>
          <a:xfrm>
            <a:off x="2557463" y="414338"/>
            <a:ext cx="40290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TRYNA FOOD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 rot="-32689">
            <a:off x="3738530" y="1021341"/>
            <a:ext cx="1457390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67750" y="76200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" y="1200150"/>
            <a:ext cx="8963025" cy="3752850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19075" y="1285875"/>
            <a:ext cx="8677275" cy="3590925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00125" y="1476375"/>
            <a:ext cx="481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2952750" y="14763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2981325" y="2081212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2986088" y="2690813"/>
            <a:ext cx="109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2986088" y="3257550"/>
            <a:ext cx="109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2995613" y="3886200"/>
            <a:ext cx="8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4481513" y="1476375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do pedido</a:t>
            </a:r>
            <a:endParaRPr lang="en-US" sz="1283" dirty="0"/>
          </a:p>
        </p:txBody>
      </p:sp>
      <p:sp>
        <p:nvSpPr>
          <p:cNvPr id="15" name="Shape 12"/>
          <p:cNvSpPr/>
          <p:nvPr/>
        </p:nvSpPr>
        <p:spPr>
          <a:xfrm rot="5400000">
            <a:off x="-1578769" y="3078956"/>
            <a:ext cx="359568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1281113"/>
            <a:ext cx="19050" cy="359568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10025" y="1290638"/>
            <a:ext cx="19050" cy="359568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52637" y="1300163"/>
            <a:ext cx="28575" cy="352906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 rot="5400000">
            <a:off x="7165181" y="3074194"/>
            <a:ext cx="339566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7650" y="1876425"/>
            <a:ext cx="8648709" cy="2385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 rot="-10798090">
            <a:off x="233362" y="3679052"/>
            <a:ext cx="864870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19075" y="4324308"/>
            <a:ext cx="8648709" cy="23854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47645" y="3109870"/>
            <a:ext cx="8648709" cy="23854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7645" y="2509795"/>
            <a:ext cx="8648709" cy="2385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24700" y="1476375"/>
            <a:ext cx="1328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do pedido</a:t>
            </a:r>
            <a:endParaRPr lang="en-US" sz="1283" dirty="0"/>
          </a:p>
        </p:txBody>
      </p:sp>
      <p:sp>
        <p:nvSpPr>
          <p:cNvPr id="26" name="Text 16"/>
          <p:cNvSpPr/>
          <p:nvPr/>
        </p:nvSpPr>
        <p:spPr>
          <a:xfrm>
            <a:off x="557213" y="2081212"/>
            <a:ext cx="1366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Eloy Casagrande</a:t>
            </a:r>
            <a:endParaRPr lang="en-US" sz="1283" dirty="0"/>
          </a:p>
        </p:txBody>
      </p:sp>
      <p:sp>
        <p:nvSpPr>
          <p:cNvPr id="27" name="Text 17"/>
          <p:cNvSpPr/>
          <p:nvPr/>
        </p:nvSpPr>
        <p:spPr>
          <a:xfrm>
            <a:off x="728663" y="2686050"/>
            <a:ext cx="1023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Corey Taylor</a:t>
            </a:r>
            <a:endParaRPr lang="en-US" sz="1283" dirty="0"/>
          </a:p>
        </p:txBody>
      </p:sp>
      <p:sp>
        <p:nvSpPr>
          <p:cNvPr id="28" name="Text 18"/>
          <p:cNvSpPr/>
          <p:nvPr/>
        </p:nvSpPr>
        <p:spPr>
          <a:xfrm>
            <a:off x="728663" y="3257550"/>
            <a:ext cx="1023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Corey Taylor</a:t>
            </a:r>
            <a:endParaRPr lang="en-US" sz="1283" dirty="0"/>
          </a:p>
        </p:txBody>
      </p:sp>
      <p:sp>
        <p:nvSpPr>
          <p:cNvPr id="29" name="Text 19"/>
          <p:cNvSpPr/>
          <p:nvPr/>
        </p:nvSpPr>
        <p:spPr>
          <a:xfrm>
            <a:off x="814388" y="38862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75B2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 Wilson</a:t>
            </a:r>
            <a:endParaRPr lang="en-US" sz="1283" dirty="0"/>
          </a:p>
        </p:txBody>
      </p:sp>
      <p:sp>
        <p:nvSpPr>
          <p:cNvPr id="30" name="Text 20"/>
          <p:cNvSpPr/>
          <p:nvPr/>
        </p:nvSpPr>
        <p:spPr>
          <a:xfrm>
            <a:off x="8848725" y="1285875"/>
            <a:ext cx="76200" cy="3590925"/>
          </a:xfrm>
          <a:prstGeom prst="rect">
            <a:avLst/>
          </a:prstGeom>
          <a:solidFill>
            <a:srgbClr val="828282"/>
          </a:solidFill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1"/>
          <p:cNvSpPr/>
          <p:nvPr/>
        </p:nvSpPr>
        <p:spPr>
          <a:xfrm>
            <a:off x="8848725" y="1433513"/>
            <a:ext cx="76200" cy="385763"/>
          </a:xfrm>
          <a:prstGeom prst="roundRect">
            <a:avLst>
              <a:gd name="adj" fmla="val 240000"/>
            </a:avLst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2"/>
          <p:cNvSpPr/>
          <p:nvPr/>
        </p:nvSpPr>
        <p:spPr>
          <a:xfrm>
            <a:off x="8848725" y="1281113"/>
            <a:ext cx="76200" cy="100013"/>
          </a:xfrm>
          <a:prstGeom prst="rect">
            <a:avLst/>
          </a:prstGeom>
          <a:solidFill>
            <a:srgbClr val="B4B4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8848725" y="4776788"/>
            <a:ext cx="76200" cy="100013"/>
          </a:xfrm>
          <a:prstGeom prst="rect">
            <a:avLst/>
          </a:prstGeom>
          <a:solidFill>
            <a:srgbClr val="B8B8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4"/>
          <p:cNvSpPr/>
          <p:nvPr/>
        </p:nvSpPr>
        <p:spPr>
          <a:xfrm rot="-7417">
            <a:off x="238125" y="1281420"/>
            <a:ext cx="868682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3390900" y="4714875"/>
            <a:ext cx="2152650" cy="319088"/>
          </a:xfrm>
          <a:prstGeom prst="roundRect">
            <a:avLst>
              <a:gd name="adj" fmla="val 114627"/>
            </a:avLst>
          </a:prstGeom>
          <a:solidFill>
            <a:srgbClr val="157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Voltar a tela de opções</a:t>
            </a: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4705350" y="2081212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123123abc</a:t>
            </a:r>
            <a:endParaRPr lang="en-US" sz="1283" dirty="0"/>
          </a:p>
        </p:txBody>
      </p:sp>
      <p:sp>
        <p:nvSpPr>
          <p:cNvPr id="37" name="Text 27"/>
          <p:cNvSpPr/>
          <p:nvPr/>
        </p:nvSpPr>
        <p:spPr>
          <a:xfrm>
            <a:off x="4672013" y="2690813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432433bca</a:t>
            </a:r>
            <a:endParaRPr lang="en-US" sz="1283" dirty="0"/>
          </a:p>
        </p:txBody>
      </p:sp>
      <p:sp>
        <p:nvSpPr>
          <p:cNvPr id="38" name="Text 28"/>
          <p:cNvSpPr/>
          <p:nvPr/>
        </p:nvSpPr>
        <p:spPr>
          <a:xfrm>
            <a:off x="4695825" y="325755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312785dac</a:t>
            </a:r>
            <a:endParaRPr lang="en-US" sz="1283" dirty="0"/>
          </a:p>
        </p:txBody>
      </p:sp>
      <p:sp>
        <p:nvSpPr>
          <p:cNvPr id="39" name="Text 29"/>
          <p:cNvSpPr/>
          <p:nvPr/>
        </p:nvSpPr>
        <p:spPr>
          <a:xfrm>
            <a:off x="4700588" y="3886200"/>
            <a:ext cx="909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132907aab</a:t>
            </a:r>
            <a:endParaRPr lang="en-US" sz="1283" dirty="0"/>
          </a:p>
        </p:txBody>
      </p:sp>
      <p:sp>
        <p:nvSpPr>
          <p:cNvPr id="40" name="Text 30"/>
          <p:cNvSpPr/>
          <p:nvPr/>
        </p:nvSpPr>
        <p:spPr>
          <a:xfrm>
            <a:off x="7315200" y="2081212"/>
            <a:ext cx="9477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12/06/2026 </a:t>
            </a:r>
            <a:endParaRPr lang="en-US" sz="1251" dirty="0"/>
          </a:p>
        </p:txBody>
      </p:sp>
      <p:sp>
        <p:nvSpPr>
          <p:cNvPr id="41" name="Text 31"/>
          <p:cNvSpPr/>
          <p:nvPr/>
        </p:nvSpPr>
        <p:spPr>
          <a:xfrm>
            <a:off x="7310438" y="3886200"/>
            <a:ext cx="9572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14/06/2026 </a:t>
            </a:r>
            <a:endParaRPr lang="en-US" sz="1251" dirty="0"/>
          </a:p>
        </p:txBody>
      </p:sp>
      <p:sp>
        <p:nvSpPr>
          <p:cNvPr id="42" name="Text 32"/>
          <p:cNvSpPr/>
          <p:nvPr/>
        </p:nvSpPr>
        <p:spPr>
          <a:xfrm>
            <a:off x="7310438" y="3248025"/>
            <a:ext cx="9572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14/06/2026 </a:t>
            </a:r>
            <a:endParaRPr lang="en-US" sz="1251" dirty="0"/>
          </a:p>
        </p:txBody>
      </p:sp>
      <p:sp>
        <p:nvSpPr>
          <p:cNvPr id="43" name="Text 33"/>
          <p:cNvSpPr/>
          <p:nvPr/>
        </p:nvSpPr>
        <p:spPr>
          <a:xfrm>
            <a:off x="7310438" y="2647950"/>
            <a:ext cx="952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1"/>
              </a:lnSpc>
              <a:buNone/>
            </a:pPr>
            <a:r>
              <a:rPr lang="en-US" sz="1251" b="1" spc="-25" kern="0" dirty="0">
                <a:solidFill>
                  <a:srgbClr val="1573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13/06/2026 </a:t>
            </a:r>
            <a:endParaRPr lang="en-US" sz="125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2026-10-10T20:03:46Z</dcterms:created>
  <dcterms:modified xsi:type="dcterms:W3CDTF">2026-10-10T20:03:46Z</dcterms:modified>
</cp:coreProperties>
</file>